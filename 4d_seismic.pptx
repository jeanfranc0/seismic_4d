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65" r:id="rId5"/>
    <p:sldId id="263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oud Maleki" initials="MM" lastIdx="1" clrIdx="0">
    <p:extLst>
      <p:ext uri="{19B8F6BF-5375-455C-9EA6-DF929625EA0E}">
        <p15:presenceInfo xmlns:p15="http://schemas.microsoft.com/office/powerpoint/2012/main" userId="ad7992830b31d81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134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BE72-1C3F-4948-ADD5-96107D1CA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5C155-D4DE-476D-9D7F-BEBEE4628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07951-D89E-4232-8AB8-ABAE778E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5C4BE-D1D7-4C17-8B8B-61286D6E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0529F-4AE4-4103-8E93-D3564187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892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0B0A-47CD-42D1-BF4C-BF4C7280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E919-550E-43E6-9831-BC872FA1E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F8FB3-FB17-4122-9300-1F5C1CE1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FF167-799C-4567-A48E-4C16DD2B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A21F7-3B1C-4AE0-B012-9AAECBAC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29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A75B-6B5A-4F31-98FF-BD6AEE25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F5D38-19E5-431B-B282-B16B97F5C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05DA2-F576-499C-A5FE-C0C86368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DE25E-409C-4414-BA24-B93E27B9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ACAB5-5E25-45F5-92BC-D1B89979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69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80FB-C4DD-4769-99B2-F63D47A9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F6891-684E-4F46-A99A-C9CA4DF3D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AA19C-B4CE-4D2C-846D-ECCB89871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A125-9B14-4B77-B620-A44FBBC6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C0049-3510-4FD5-84C9-36E83CF1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BC5A0-FC24-4884-AF57-1D759CFA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79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65D9-550C-4CFA-BEAB-14E3391C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1B231-1252-4E6E-9305-714B6F19D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15C00-5184-4D17-A7BD-178B361D6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D82FF-BEAB-49EB-9D84-E9AF7F01A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293130-3793-441A-A385-A7EFE5CED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2FAA1-8044-41D1-83D6-9F395786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45489-2862-4C5E-8B0A-27C84748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E49D5-7764-46A9-B9A7-44CF335C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24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2144-655D-4AE9-8D69-579FAB0A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F3CE5-78E2-44EF-B682-E9B1198D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A8515-2DE4-4974-AC50-AEAAA998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47AB5-D531-426C-B7F5-D9332394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12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4D6E9-1EBA-4BD5-94C5-F50187E8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1A454-3AF6-4167-AB97-B0DD6BA86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456DD-11A3-4C2C-BD5A-CF99A4D6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BCFA-C1A3-44CC-ACAE-8E56D06C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A3418-67BE-4569-8027-0B5CC8E56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6FD41-6153-4736-A330-22901AA5C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54242-6161-4441-9A9F-A2620CC6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8049F-5915-4403-B9BE-C14B91A1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3681B-5922-44CC-99E4-955291C6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02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419F-CFF4-49F7-BE83-96EBEFAE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0DB60-F8CD-4322-A048-DC1B55B2F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F6E39-FFDA-4CBA-9497-9ACB05FC6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5C70-9223-4130-B548-512771AC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F87CD-99CE-42D0-B00F-52ADD7F1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5D348-F58D-4D43-BB65-6C007D8B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12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1F64-7D4A-4869-BF8A-D04EF60A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36FE1-7119-4F08-9868-DFD31569C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454F8-8A48-4624-80D8-6526C595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1D788-BE71-4DAF-A142-62FE726E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11828-EFB3-4A1F-BE1C-D5F17561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07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E5EEA-BBE3-43C7-ADE4-185685B20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BA24F-B8C7-4104-BD39-F3F42C40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8E22-408D-4FFA-B72E-DD3D8F1E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A3441-B2F1-4B83-BFD4-89A8999D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AADDA-69F5-496C-89CE-52563076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3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3D812-16E8-4B77-A2C3-E4A90526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E193B-6A00-4456-AB85-2525FCA9D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FB45E-7DBB-442C-9B28-63A677E25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5546F-E4D8-4E88-B4D6-F2E782F6C10D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4533C-C405-4E6C-ABB6-34B5BAAEB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EB3FA-8699-47A9-B30A-E60A8AC2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15340-C851-4823-99CF-19F08B8080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557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2AE764-AA82-4FC2-A250-5FC1AFAFF9E2}"/>
              </a:ext>
            </a:extLst>
          </p:cNvPr>
          <p:cNvSpPr txBox="1"/>
          <p:nvPr/>
        </p:nvSpPr>
        <p:spPr>
          <a:xfrm>
            <a:off x="302001" y="302518"/>
            <a:ext cx="360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</a:rPr>
              <a:t>The idea: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BC435-E605-4680-87E9-B63087B5BEAF}"/>
              </a:ext>
            </a:extLst>
          </p:cNvPr>
          <p:cNvSpPr txBox="1"/>
          <p:nvPr/>
        </p:nvSpPr>
        <p:spPr>
          <a:xfrm>
            <a:off x="1931175" y="5829764"/>
            <a:ext cx="158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Model </a:t>
            </a:r>
            <a:r>
              <a:rPr lang="pt-BR" sz="2400" b="1" dirty="0"/>
              <a:t>077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2D69C-7F1F-4EA4-B1E1-9C41ADA780EC}"/>
              </a:ext>
            </a:extLst>
          </p:cNvPr>
          <p:cNvSpPr txBox="1"/>
          <p:nvPr/>
        </p:nvSpPr>
        <p:spPr>
          <a:xfrm>
            <a:off x="6601384" y="5796303"/>
            <a:ext cx="158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400"/>
            </a:lvl1pPr>
          </a:lstStyle>
          <a:p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Model 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01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0574FF3-7FCE-4D5D-8796-C6FB6C50C6A9}"/>
              </a:ext>
            </a:extLst>
          </p:cNvPr>
          <p:cNvSpPr/>
          <p:nvPr/>
        </p:nvSpPr>
        <p:spPr>
          <a:xfrm>
            <a:off x="3553787" y="5768210"/>
            <a:ext cx="708212" cy="5862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B3E82-FEAC-4F86-AC09-894E9A560899}"/>
              </a:ext>
            </a:extLst>
          </p:cNvPr>
          <p:cNvSpPr txBox="1"/>
          <p:nvPr/>
        </p:nvSpPr>
        <p:spPr>
          <a:xfrm>
            <a:off x="4297858" y="5768210"/>
            <a:ext cx="143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Train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07C86D5-28C0-40BB-B810-EBE70B106D58}"/>
              </a:ext>
            </a:extLst>
          </p:cNvPr>
          <p:cNvSpPr/>
          <p:nvPr/>
        </p:nvSpPr>
        <p:spPr>
          <a:xfrm>
            <a:off x="8188137" y="5706654"/>
            <a:ext cx="708212" cy="58629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95887-9EA3-4C44-B318-7A506C0AB4A2}"/>
              </a:ext>
            </a:extLst>
          </p:cNvPr>
          <p:cNvSpPr txBox="1"/>
          <p:nvPr/>
        </p:nvSpPr>
        <p:spPr>
          <a:xfrm>
            <a:off x="8932208" y="5706654"/>
            <a:ext cx="143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Test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0B1F5A3-9063-42A3-9CFF-B88BDA2B5415}"/>
              </a:ext>
            </a:extLst>
          </p:cNvPr>
          <p:cNvSpPr/>
          <p:nvPr/>
        </p:nvSpPr>
        <p:spPr>
          <a:xfrm>
            <a:off x="1220320" y="2781020"/>
            <a:ext cx="4028917" cy="397248"/>
          </a:xfrm>
          <a:custGeom>
            <a:avLst/>
            <a:gdLst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224058 w 5100918"/>
              <a:gd name="connsiteY5" fmla="*/ 261657 h 502023"/>
              <a:gd name="connsiteX6" fmla="*/ 5100918 w 5100918"/>
              <a:gd name="connsiteY6" fmla="*/ 0 h 502023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43953 w 5100918"/>
              <a:gd name="connsiteY3" fmla="*/ 224117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0918" h="397248">
                <a:moveTo>
                  <a:pt x="0" y="313764"/>
                </a:moveTo>
                <a:cubicBezTo>
                  <a:pt x="209177" y="233082"/>
                  <a:pt x="399303" y="104774"/>
                  <a:pt x="627530" y="71717"/>
                </a:cubicBezTo>
                <a:cubicBezTo>
                  <a:pt x="840815" y="15688"/>
                  <a:pt x="1016001" y="35858"/>
                  <a:pt x="1210236" y="17929"/>
                </a:cubicBezTo>
                <a:cubicBezTo>
                  <a:pt x="1621492" y="29508"/>
                  <a:pt x="1758763" y="94222"/>
                  <a:pt x="2072528" y="157442"/>
                </a:cubicBezTo>
                <a:cubicBezTo>
                  <a:pt x="2386293" y="220662"/>
                  <a:pt x="2686050" y="342713"/>
                  <a:pt x="3092824" y="397248"/>
                </a:cubicBezTo>
                <a:cubicBezTo>
                  <a:pt x="3517527" y="364751"/>
                  <a:pt x="3889376" y="327865"/>
                  <a:pt x="4224058" y="261657"/>
                </a:cubicBezTo>
                <a:cubicBezTo>
                  <a:pt x="4558740" y="195449"/>
                  <a:pt x="4808631" y="87219"/>
                  <a:pt x="5100918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58519C1-CBC2-4A85-A29F-AE2B79FCF53C}"/>
              </a:ext>
            </a:extLst>
          </p:cNvPr>
          <p:cNvSpPr/>
          <p:nvPr/>
        </p:nvSpPr>
        <p:spPr>
          <a:xfrm>
            <a:off x="1129552" y="3953931"/>
            <a:ext cx="4028917" cy="397248"/>
          </a:xfrm>
          <a:custGeom>
            <a:avLst/>
            <a:gdLst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224058 w 5100918"/>
              <a:gd name="connsiteY5" fmla="*/ 261657 h 502023"/>
              <a:gd name="connsiteX6" fmla="*/ 5100918 w 5100918"/>
              <a:gd name="connsiteY6" fmla="*/ 0 h 502023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43953 w 5100918"/>
              <a:gd name="connsiteY3" fmla="*/ 224117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0918" h="397248">
                <a:moveTo>
                  <a:pt x="0" y="313764"/>
                </a:moveTo>
                <a:cubicBezTo>
                  <a:pt x="209177" y="233082"/>
                  <a:pt x="399303" y="104774"/>
                  <a:pt x="627530" y="71717"/>
                </a:cubicBezTo>
                <a:cubicBezTo>
                  <a:pt x="840815" y="15688"/>
                  <a:pt x="1016001" y="35858"/>
                  <a:pt x="1210236" y="17929"/>
                </a:cubicBezTo>
                <a:cubicBezTo>
                  <a:pt x="1621492" y="29508"/>
                  <a:pt x="1758763" y="94222"/>
                  <a:pt x="2072528" y="157442"/>
                </a:cubicBezTo>
                <a:cubicBezTo>
                  <a:pt x="2386293" y="220662"/>
                  <a:pt x="2686050" y="342713"/>
                  <a:pt x="3092824" y="397248"/>
                </a:cubicBezTo>
                <a:cubicBezTo>
                  <a:pt x="3517527" y="364751"/>
                  <a:pt x="3889376" y="327865"/>
                  <a:pt x="4224058" y="261657"/>
                </a:cubicBezTo>
                <a:cubicBezTo>
                  <a:pt x="4558740" y="195449"/>
                  <a:pt x="4808631" y="87219"/>
                  <a:pt x="5100918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A64CC9-58E6-4E7D-B81C-2698487333D8}"/>
              </a:ext>
            </a:extLst>
          </p:cNvPr>
          <p:cNvSpPr/>
          <p:nvPr/>
        </p:nvSpPr>
        <p:spPr>
          <a:xfrm>
            <a:off x="7280461" y="2652713"/>
            <a:ext cx="4028917" cy="397248"/>
          </a:xfrm>
          <a:custGeom>
            <a:avLst/>
            <a:gdLst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224058 w 5100918"/>
              <a:gd name="connsiteY5" fmla="*/ 261657 h 502023"/>
              <a:gd name="connsiteX6" fmla="*/ 5100918 w 5100918"/>
              <a:gd name="connsiteY6" fmla="*/ 0 h 502023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43953 w 5100918"/>
              <a:gd name="connsiteY3" fmla="*/ 224117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0918" h="397248">
                <a:moveTo>
                  <a:pt x="0" y="313764"/>
                </a:moveTo>
                <a:cubicBezTo>
                  <a:pt x="209177" y="233082"/>
                  <a:pt x="399303" y="104774"/>
                  <a:pt x="627530" y="71717"/>
                </a:cubicBezTo>
                <a:cubicBezTo>
                  <a:pt x="840815" y="15688"/>
                  <a:pt x="1016001" y="35858"/>
                  <a:pt x="1210236" y="17929"/>
                </a:cubicBezTo>
                <a:cubicBezTo>
                  <a:pt x="1621492" y="29508"/>
                  <a:pt x="1758763" y="94222"/>
                  <a:pt x="2072528" y="157442"/>
                </a:cubicBezTo>
                <a:cubicBezTo>
                  <a:pt x="2386293" y="220662"/>
                  <a:pt x="2686050" y="342713"/>
                  <a:pt x="3092824" y="397248"/>
                </a:cubicBezTo>
                <a:cubicBezTo>
                  <a:pt x="3517527" y="364751"/>
                  <a:pt x="3889376" y="327865"/>
                  <a:pt x="4224058" y="261657"/>
                </a:cubicBezTo>
                <a:cubicBezTo>
                  <a:pt x="4558740" y="195449"/>
                  <a:pt x="4808631" y="87219"/>
                  <a:pt x="5100918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565591C-DF99-48BC-8BD1-25517096F38B}"/>
              </a:ext>
            </a:extLst>
          </p:cNvPr>
          <p:cNvSpPr/>
          <p:nvPr/>
        </p:nvSpPr>
        <p:spPr>
          <a:xfrm>
            <a:off x="7189693" y="3825624"/>
            <a:ext cx="4028917" cy="397248"/>
          </a:xfrm>
          <a:custGeom>
            <a:avLst/>
            <a:gdLst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224058 w 5100918"/>
              <a:gd name="connsiteY5" fmla="*/ 261657 h 502023"/>
              <a:gd name="connsiteX6" fmla="*/ 5100918 w 5100918"/>
              <a:gd name="connsiteY6" fmla="*/ 0 h 502023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43953 w 5100918"/>
              <a:gd name="connsiteY3" fmla="*/ 224117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0918" h="397248">
                <a:moveTo>
                  <a:pt x="0" y="313764"/>
                </a:moveTo>
                <a:cubicBezTo>
                  <a:pt x="209177" y="233082"/>
                  <a:pt x="399303" y="104774"/>
                  <a:pt x="627530" y="71717"/>
                </a:cubicBezTo>
                <a:cubicBezTo>
                  <a:pt x="840815" y="15688"/>
                  <a:pt x="1016001" y="35858"/>
                  <a:pt x="1210236" y="17929"/>
                </a:cubicBezTo>
                <a:cubicBezTo>
                  <a:pt x="1621492" y="29508"/>
                  <a:pt x="1758763" y="94222"/>
                  <a:pt x="2072528" y="157442"/>
                </a:cubicBezTo>
                <a:cubicBezTo>
                  <a:pt x="2386293" y="220662"/>
                  <a:pt x="2686050" y="342713"/>
                  <a:pt x="3092824" y="397248"/>
                </a:cubicBezTo>
                <a:cubicBezTo>
                  <a:pt x="3517527" y="364751"/>
                  <a:pt x="3889376" y="327865"/>
                  <a:pt x="4224058" y="261657"/>
                </a:cubicBezTo>
                <a:cubicBezTo>
                  <a:pt x="4558740" y="195449"/>
                  <a:pt x="4808631" y="87219"/>
                  <a:pt x="5100918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7937BA-A621-48FC-9632-E6D87C3B240B}"/>
              </a:ext>
            </a:extLst>
          </p:cNvPr>
          <p:cNvSpPr/>
          <p:nvPr/>
        </p:nvSpPr>
        <p:spPr>
          <a:xfrm>
            <a:off x="2243049" y="1445063"/>
            <a:ext cx="1222963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5A5C36-322B-46E3-965B-50B89EE3DC59}"/>
              </a:ext>
            </a:extLst>
          </p:cNvPr>
          <p:cNvSpPr/>
          <p:nvPr/>
        </p:nvSpPr>
        <p:spPr>
          <a:xfrm>
            <a:off x="1378233" y="2904069"/>
            <a:ext cx="1559859" cy="301325"/>
          </a:xfrm>
          <a:prstGeom prst="ellipse">
            <a:avLst/>
          </a:prstGeom>
          <a:solidFill>
            <a:srgbClr val="0070C0">
              <a:alpha val="3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2BDB1E-3A23-4462-982D-64FAFA2D7E18}"/>
              </a:ext>
            </a:extLst>
          </p:cNvPr>
          <p:cNvSpPr/>
          <p:nvPr/>
        </p:nvSpPr>
        <p:spPr>
          <a:xfrm>
            <a:off x="7394760" y="2760571"/>
            <a:ext cx="1678643" cy="480033"/>
          </a:xfrm>
          <a:prstGeom prst="ellipse">
            <a:avLst/>
          </a:prstGeom>
          <a:solidFill>
            <a:srgbClr val="0070C0">
              <a:alpha val="3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17" name="Arrow: Quad 16">
            <a:extLst>
              <a:ext uri="{FF2B5EF4-FFF2-40B4-BE49-F238E27FC236}">
                <a16:creationId xmlns:a16="http://schemas.microsoft.com/office/drawing/2014/main" id="{B2B5461F-20AD-4D8E-8D12-713DA9D0F624}"/>
              </a:ext>
            </a:extLst>
          </p:cNvPr>
          <p:cNvSpPr/>
          <p:nvPr/>
        </p:nvSpPr>
        <p:spPr>
          <a:xfrm>
            <a:off x="1517804" y="2938633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Quad 22">
            <a:extLst>
              <a:ext uri="{FF2B5EF4-FFF2-40B4-BE49-F238E27FC236}">
                <a16:creationId xmlns:a16="http://schemas.microsoft.com/office/drawing/2014/main" id="{14E76F7F-2467-432C-B167-2912B786D2F1}"/>
              </a:ext>
            </a:extLst>
          </p:cNvPr>
          <p:cNvSpPr/>
          <p:nvPr/>
        </p:nvSpPr>
        <p:spPr>
          <a:xfrm>
            <a:off x="1836296" y="2949032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Quad 23">
            <a:extLst>
              <a:ext uri="{FF2B5EF4-FFF2-40B4-BE49-F238E27FC236}">
                <a16:creationId xmlns:a16="http://schemas.microsoft.com/office/drawing/2014/main" id="{AF9F448D-258A-4D24-B1D9-0DB37137E3A9}"/>
              </a:ext>
            </a:extLst>
          </p:cNvPr>
          <p:cNvSpPr/>
          <p:nvPr/>
        </p:nvSpPr>
        <p:spPr>
          <a:xfrm>
            <a:off x="2179977" y="2960119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Arrow: Quad 24">
            <a:extLst>
              <a:ext uri="{FF2B5EF4-FFF2-40B4-BE49-F238E27FC236}">
                <a16:creationId xmlns:a16="http://schemas.microsoft.com/office/drawing/2014/main" id="{BB1CDC96-3392-40D8-9C4B-570A7AB7DE3A}"/>
              </a:ext>
            </a:extLst>
          </p:cNvPr>
          <p:cNvSpPr/>
          <p:nvPr/>
        </p:nvSpPr>
        <p:spPr>
          <a:xfrm>
            <a:off x="2512481" y="2949032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23FD62A-F178-4BCB-88A9-DE01A30C8885}"/>
              </a:ext>
            </a:extLst>
          </p:cNvPr>
          <p:cNvSpPr/>
          <p:nvPr/>
        </p:nvSpPr>
        <p:spPr>
          <a:xfrm>
            <a:off x="5580298" y="3110209"/>
            <a:ext cx="1226702" cy="637581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FB7370D-F6EF-4178-AF02-18FD972ADED6}"/>
              </a:ext>
            </a:extLst>
          </p:cNvPr>
          <p:cNvSpPr/>
          <p:nvPr/>
        </p:nvSpPr>
        <p:spPr>
          <a:xfrm rot="20971344">
            <a:off x="3733911" y="3090072"/>
            <a:ext cx="1559859" cy="379039"/>
          </a:xfrm>
          <a:prstGeom prst="ellipse">
            <a:avLst/>
          </a:prstGeom>
          <a:solidFill>
            <a:srgbClr val="FF0000">
              <a:alpha val="3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D0911D2-DAA6-4342-9060-9166879FDF5A}"/>
              </a:ext>
            </a:extLst>
          </p:cNvPr>
          <p:cNvSpPr/>
          <p:nvPr/>
        </p:nvSpPr>
        <p:spPr>
          <a:xfrm rot="20971344">
            <a:off x="9901303" y="2948432"/>
            <a:ext cx="1559859" cy="516635"/>
          </a:xfrm>
          <a:prstGeom prst="ellipse">
            <a:avLst/>
          </a:prstGeom>
          <a:solidFill>
            <a:srgbClr val="FF0000">
              <a:alpha val="3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F23556-F11C-4228-BAA2-BBD0369CFBCC}"/>
              </a:ext>
            </a:extLst>
          </p:cNvPr>
          <p:cNvSpPr/>
          <p:nvPr/>
        </p:nvSpPr>
        <p:spPr>
          <a:xfrm>
            <a:off x="1346587" y="3524299"/>
            <a:ext cx="1559859" cy="301325"/>
          </a:xfrm>
          <a:prstGeom prst="ellipse">
            <a:avLst/>
          </a:prstGeom>
          <a:solidFill>
            <a:schemeClr val="accent1">
              <a:alpha val="3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Arrow: Quad 28">
            <a:extLst>
              <a:ext uri="{FF2B5EF4-FFF2-40B4-BE49-F238E27FC236}">
                <a16:creationId xmlns:a16="http://schemas.microsoft.com/office/drawing/2014/main" id="{87ECA4FF-45EA-4504-A46F-FE1C4F64A37B}"/>
              </a:ext>
            </a:extLst>
          </p:cNvPr>
          <p:cNvSpPr/>
          <p:nvPr/>
        </p:nvSpPr>
        <p:spPr>
          <a:xfrm>
            <a:off x="1453441" y="3561484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Arrow: Quad 29">
            <a:extLst>
              <a:ext uri="{FF2B5EF4-FFF2-40B4-BE49-F238E27FC236}">
                <a16:creationId xmlns:a16="http://schemas.microsoft.com/office/drawing/2014/main" id="{5E29D952-FC0F-4903-A3D3-32BBC70BF959}"/>
              </a:ext>
            </a:extLst>
          </p:cNvPr>
          <p:cNvSpPr/>
          <p:nvPr/>
        </p:nvSpPr>
        <p:spPr>
          <a:xfrm>
            <a:off x="1771933" y="3571883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Arrow: Quad 30">
            <a:extLst>
              <a:ext uri="{FF2B5EF4-FFF2-40B4-BE49-F238E27FC236}">
                <a16:creationId xmlns:a16="http://schemas.microsoft.com/office/drawing/2014/main" id="{8404B1FC-E88A-4E46-ADCD-5253E2C636DF}"/>
              </a:ext>
            </a:extLst>
          </p:cNvPr>
          <p:cNvSpPr/>
          <p:nvPr/>
        </p:nvSpPr>
        <p:spPr>
          <a:xfrm>
            <a:off x="2115614" y="3582970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Arrow: Quad 31">
            <a:extLst>
              <a:ext uri="{FF2B5EF4-FFF2-40B4-BE49-F238E27FC236}">
                <a16:creationId xmlns:a16="http://schemas.microsoft.com/office/drawing/2014/main" id="{83E97B49-7A42-4611-9D71-DD8A934AF860}"/>
              </a:ext>
            </a:extLst>
          </p:cNvPr>
          <p:cNvSpPr/>
          <p:nvPr/>
        </p:nvSpPr>
        <p:spPr>
          <a:xfrm>
            <a:off x="2448118" y="3571883"/>
            <a:ext cx="254870" cy="211397"/>
          </a:xfrm>
          <a:prstGeom prst="quad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20CB5C-4529-415C-A9BB-B7664D00F93C}"/>
              </a:ext>
            </a:extLst>
          </p:cNvPr>
          <p:cNvGrpSpPr/>
          <p:nvPr/>
        </p:nvGrpSpPr>
        <p:grpSpPr>
          <a:xfrm rot="20899478">
            <a:off x="3923667" y="3163339"/>
            <a:ext cx="1249547" cy="232883"/>
            <a:chOff x="3923667" y="3163339"/>
            <a:chExt cx="1249547" cy="232883"/>
          </a:xfrm>
        </p:grpSpPr>
        <p:sp>
          <p:nvSpPr>
            <p:cNvPr id="33" name="Arrow: Quad 32">
              <a:extLst>
                <a:ext uri="{FF2B5EF4-FFF2-40B4-BE49-F238E27FC236}">
                  <a16:creationId xmlns:a16="http://schemas.microsoft.com/office/drawing/2014/main" id="{97348C3C-BAB1-4088-8C73-28ABEC376AA9}"/>
                </a:ext>
              </a:extLst>
            </p:cNvPr>
            <p:cNvSpPr/>
            <p:nvPr/>
          </p:nvSpPr>
          <p:spPr>
            <a:xfrm>
              <a:off x="3923667" y="3163339"/>
              <a:ext cx="254870" cy="211397"/>
            </a:xfrm>
            <a:prstGeom prst="quad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Arrow: Quad 33">
              <a:extLst>
                <a:ext uri="{FF2B5EF4-FFF2-40B4-BE49-F238E27FC236}">
                  <a16:creationId xmlns:a16="http://schemas.microsoft.com/office/drawing/2014/main" id="{EE1CF926-E4E9-4E40-9074-1BA3B6E5D159}"/>
                </a:ext>
              </a:extLst>
            </p:cNvPr>
            <p:cNvSpPr/>
            <p:nvPr/>
          </p:nvSpPr>
          <p:spPr>
            <a:xfrm>
              <a:off x="4242159" y="3173738"/>
              <a:ext cx="254870" cy="211397"/>
            </a:xfrm>
            <a:prstGeom prst="quad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Arrow: Quad 34">
              <a:extLst>
                <a:ext uri="{FF2B5EF4-FFF2-40B4-BE49-F238E27FC236}">
                  <a16:creationId xmlns:a16="http://schemas.microsoft.com/office/drawing/2014/main" id="{4E11B3F7-D6E2-4080-94A1-467154C61B6A}"/>
                </a:ext>
              </a:extLst>
            </p:cNvPr>
            <p:cNvSpPr/>
            <p:nvPr/>
          </p:nvSpPr>
          <p:spPr>
            <a:xfrm>
              <a:off x="4585840" y="3184825"/>
              <a:ext cx="254870" cy="211397"/>
            </a:xfrm>
            <a:prstGeom prst="quad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Arrow: Quad 35">
              <a:extLst>
                <a:ext uri="{FF2B5EF4-FFF2-40B4-BE49-F238E27FC236}">
                  <a16:creationId xmlns:a16="http://schemas.microsoft.com/office/drawing/2014/main" id="{6607B895-D152-4549-8DA3-F7315556D3E5}"/>
                </a:ext>
              </a:extLst>
            </p:cNvPr>
            <p:cNvSpPr/>
            <p:nvPr/>
          </p:nvSpPr>
          <p:spPr>
            <a:xfrm>
              <a:off x="4918344" y="3173738"/>
              <a:ext cx="254870" cy="211397"/>
            </a:xfrm>
            <a:prstGeom prst="quad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FB788F39-A5F5-4C2C-A579-E1908054BADD}"/>
              </a:ext>
            </a:extLst>
          </p:cNvPr>
          <p:cNvSpPr/>
          <p:nvPr/>
        </p:nvSpPr>
        <p:spPr>
          <a:xfrm>
            <a:off x="7394759" y="3330253"/>
            <a:ext cx="1678643" cy="480033"/>
          </a:xfrm>
          <a:prstGeom prst="ellipse">
            <a:avLst/>
          </a:prstGeom>
          <a:solidFill>
            <a:srgbClr val="0070C0">
              <a:alpha val="3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636B33-E0DD-4065-B49D-11E6A7E5DA10}"/>
                  </a:ext>
                </a:extLst>
              </p:cNvPr>
              <p:cNvSpPr txBox="1"/>
              <p:nvPr/>
            </p:nvSpPr>
            <p:spPr>
              <a:xfrm>
                <a:off x="2481200" y="2039535"/>
                <a:ext cx="6628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𝐼𝑃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636B33-E0DD-4065-B49D-11E6A7E5D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200" y="2039535"/>
                <a:ext cx="66281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1AE8DD-318F-4A1D-A373-CD67A3F714FF}"/>
                  </a:ext>
                </a:extLst>
              </p:cNvPr>
              <p:cNvSpPr txBox="1"/>
              <p:nvPr/>
            </p:nvSpPr>
            <p:spPr>
              <a:xfrm>
                <a:off x="8383902" y="1988294"/>
                <a:ext cx="1982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𝐴𝑚𝑝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𝑞𝑢𝑎𝑑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1AE8DD-318F-4A1D-A373-CD67A3F71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902" y="1988294"/>
                <a:ext cx="198265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0864FEFA-08CC-42FC-854E-E62B99078E7B}"/>
              </a:ext>
            </a:extLst>
          </p:cNvPr>
          <p:cNvSpPr txBox="1"/>
          <p:nvPr/>
        </p:nvSpPr>
        <p:spPr>
          <a:xfrm>
            <a:off x="259553" y="2912925"/>
            <a:ext cx="106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BVE100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682A0C-5936-4D6B-8177-13D9EE90E758}"/>
              </a:ext>
            </a:extLst>
          </p:cNvPr>
          <p:cNvSpPr txBox="1"/>
          <p:nvPr/>
        </p:nvSpPr>
        <p:spPr>
          <a:xfrm>
            <a:off x="259552" y="4110154"/>
            <a:ext cx="106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BVE200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1E0BB4-5997-46CA-9819-BF8172D8A0BA}"/>
              </a:ext>
            </a:extLst>
          </p:cNvPr>
          <p:cNvSpPr/>
          <p:nvPr/>
        </p:nvSpPr>
        <p:spPr>
          <a:xfrm>
            <a:off x="4059218" y="1367161"/>
            <a:ext cx="321322" cy="9843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DD2ABB0-45C8-4720-9346-5E58A0FC9A9E}"/>
              </a:ext>
            </a:extLst>
          </p:cNvPr>
          <p:cNvSpPr/>
          <p:nvPr/>
        </p:nvSpPr>
        <p:spPr>
          <a:xfrm>
            <a:off x="4059898" y="1363333"/>
            <a:ext cx="321322" cy="466165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1B25E7-6347-4240-95F6-3AB781073660}"/>
              </a:ext>
            </a:extLst>
          </p:cNvPr>
          <p:cNvSpPr/>
          <p:nvPr/>
        </p:nvSpPr>
        <p:spPr>
          <a:xfrm>
            <a:off x="4059218" y="1889374"/>
            <a:ext cx="321322" cy="4661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DC7345-09BA-4667-853E-8D6EFF044CCA}"/>
              </a:ext>
            </a:extLst>
          </p:cNvPr>
          <p:cNvSpPr txBox="1"/>
          <p:nvPr/>
        </p:nvSpPr>
        <p:spPr>
          <a:xfrm>
            <a:off x="4042098" y="1346968"/>
            <a:ext cx="117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+</a:t>
            </a:r>
          </a:p>
          <a:p>
            <a:pPr algn="ctr"/>
            <a:r>
              <a:rPr lang="pt-BR" sz="900" dirty="0"/>
              <a:t>Hardeing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F5C5F4-FE83-44CD-AB1C-C237374FA2F7}"/>
              </a:ext>
            </a:extLst>
          </p:cNvPr>
          <p:cNvSpPr txBox="1"/>
          <p:nvPr/>
        </p:nvSpPr>
        <p:spPr>
          <a:xfrm>
            <a:off x="4072458" y="1935927"/>
            <a:ext cx="117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-</a:t>
            </a:r>
          </a:p>
          <a:p>
            <a:pPr algn="ctr"/>
            <a:r>
              <a:rPr lang="pt-BR" sz="900" dirty="0"/>
              <a:t>Softening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18FCCC-5A25-443A-9AF0-81524756290B}"/>
              </a:ext>
            </a:extLst>
          </p:cNvPr>
          <p:cNvSpPr/>
          <p:nvPr/>
        </p:nvSpPr>
        <p:spPr>
          <a:xfrm>
            <a:off x="10923863" y="1411457"/>
            <a:ext cx="321322" cy="9843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BE66B74-3B8D-4D09-9031-2F4AA025E41F}"/>
              </a:ext>
            </a:extLst>
          </p:cNvPr>
          <p:cNvSpPr/>
          <p:nvPr/>
        </p:nvSpPr>
        <p:spPr>
          <a:xfrm>
            <a:off x="10924543" y="1407629"/>
            <a:ext cx="321322" cy="466165"/>
          </a:xfrm>
          <a:prstGeom prst="rect">
            <a:avLst/>
          </a:prstGeom>
          <a:solidFill>
            <a:srgbClr val="33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FB6F595-FA68-416C-98CA-5C1849959F2D}"/>
              </a:ext>
            </a:extLst>
          </p:cNvPr>
          <p:cNvSpPr/>
          <p:nvPr/>
        </p:nvSpPr>
        <p:spPr>
          <a:xfrm>
            <a:off x="10923863" y="1933670"/>
            <a:ext cx="321322" cy="4661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FE7242-7E06-43F9-BCB1-F31CCA5FF5ED}"/>
              </a:ext>
            </a:extLst>
          </p:cNvPr>
          <p:cNvSpPr txBox="1"/>
          <p:nvPr/>
        </p:nvSpPr>
        <p:spPr>
          <a:xfrm>
            <a:off x="10906743" y="1391264"/>
            <a:ext cx="117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+</a:t>
            </a:r>
          </a:p>
          <a:p>
            <a:pPr algn="ctr"/>
            <a:r>
              <a:rPr lang="pt-BR" sz="900" dirty="0"/>
              <a:t>Hardeing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47B78A-2E91-43E2-BE29-D219A4694C0E}"/>
              </a:ext>
            </a:extLst>
          </p:cNvPr>
          <p:cNvSpPr txBox="1"/>
          <p:nvPr/>
        </p:nvSpPr>
        <p:spPr>
          <a:xfrm>
            <a:off x="10937103" y="1980223"/>
            <a:ext cx="117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-</a:t>
            </a:r>
          </a:p>
          <a:p>
            <a:pPr algn="ctr"/>
            <a:r>
              <a:rPr lang="pt-BR" sz="900" dirty="0"/>
              <a:t>Softening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A42196B-9002-48C4-9B89-3128B426CCA7}"/>
              </a:ext>
            </a:extLst>
          </p:cNvPr>
          <p:cNvCxnSpPr/>
          <p:nvPr/>
        </p:nvCxnSpPr>
        <p:spPr>
          <a:xfrm>
            <a:off x="19368" y="5323840"/>
            <a:ext cx="12153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82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2AE764-AA82-4FC2-A250-5FC1AFAFF9E2}"/>
              </a:ext>
            </a:extLst>
          </p:cNvPr>
          <p:cNvSpPr txBox="1"/>
          <p:nvPr/>
        </p:nvSpPr>
        <p:spPr>
          <a:xfrm>
            <a:off x="302001" y="302518"/>
            <a:ext cx="360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</a:rPr>
              <a:t>The idea: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BC435-E605-4680-87E9-B63087B5BEAF}"/>
              </a:ext>
            </a:extLst>
          </p:cNvPr>
          <p:cNvSpPr txBox="1"/>
          <p:nvPr/>
        </p:nvSpPr>
        <p:spPr>
          <a:xfrm>
            <a:off x="1931175" y="5829764"/>
            <a:ext cx="158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Model </a:t>
            </a:r>
            <a:r>
              <a:rPr lang="pt-BR" sz="2400" b="1" dirty="0"/>
              <a:t>077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2D69C-7F1F-4EA4-B1E1-9C41ADA780EC}"/>
              </a:ext>
            </a:extLst>
          </p:cNvPr>
          <p:cNvSpPr txBox="1"/>
          <p:nvPr/>
        </p:nvSpPr>
        <p:spPr>
          <a:xfrm>
            <a:off x="6601384" y="5796303"/>
            <a:ext cx="158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400"/>
            </a:lvl1pPr>
          </a:lstStyle>
          <a:p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Model 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01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0574FF3-7FCE-4D5D-8796-C6FB6C50C6A9}"/>
              </a:ext>
            </a:extLst>
          </p:cNvPr>
          <p:cNvSpPr/>
          <p:nvPr/>
        </p:nvSpPr>
        <p:spPr>
          <a:xfrm>
            <a:off x="3553787" y="5768210"/>
            <a:ext cx="708212" cy="5862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B3E82-FEAC-4F86-AC09-894E9A560899}"/>
              </a:ext>
            </a:extLst>
          </p:cNvPr>
          <p:cNvSpPr txBox="1"/>
          <p:nvPr/>
        </p:nvSpPr>
        <p:spPr>
          <a:xfrm>
            <a:off x="4297858" y="5768210"/>
            <a:ext cx="143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Train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07C86D5-28C0-40BB-B810-EBE70B106D58}"/>
              </a:ext>
            </a:extLst>
          </p:cNvPr>
          <p:cNvSpPr/>
          <p:nvPr/>
        </p:nvSpPr>
        <p:spPr>
          <a:xfrm>
            <a:off x="8188137" y="5706654"/>
            <a:ext cx="708212" cy="58629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95887-9EA3-4C44-B318-7A506C0AB4A2}"/>
              </a:ext>
            </a:extLst>
          </p:cNvPr>
          <p:cNvSpPr txBox="1"/>
          <p:nvPr/>
        </p:nvSpPr>
        <p:spPr>
          <a:xfrm>
            <a:off x="8932208" y="5706654"/>
            <a:ext cx="143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Test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A64CC9-58E6-4E7D-B81C-2698487333D8}"/>
              </a:ext>
            </a:extLst>
          </p:cNvPr>
          <p:cNvSpPr/>
          <p:nvPr/>
        </p:nvSpPr>
        <p:spPr>
          <a:xfrm>
            <a:off x="7280461" y="2652713"/>
            <a:ext cx="4028917" cy="397248"/>
          </a:xfrm>
          <a:custGeom>
            <a:avLst/>
            <a:gdLst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224058 w 5100918"/>
              <a:gd name="connsiteY5" fmla="*/ 261657 h 502023"/>
              <a:gd name="connsiteX6" fmla="*/ 5100918 w 5100918"/>
              <a:gd name="connsiteY6" fmla="*/ 0 h 502023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43953 w 5100918"/>
              <a:gd name="connsiteY3" fmla="*/ 224117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0918" h="397248">
                <a:moveTo>
                  <a:pt x="0" y="313764"/>
                </a:moveTo>
                <a:cubicBezTo>
                  <a:pt x="209177" y="233082"/>
                  <a:pt x="399303" y="104774"/>
                  <a:pt x="627530" y="71717"/>
                </a:cubicBezTo>
                <a:cubicBezTo>
                  <a:pt x="840815" y="15688"/>
                  <a:pt x="1016001" y="35858"/>
                  <a:pt x="1210236" y="17929"/>
                </a:cubicBezTo>
                <a:cubicBezTo>
                  <a:pt x="1621492" y="29508"/>
                  <a:pt x="1758763" y="94222"/>
                  <a:pt x="2072528" y="157442"/>
                </a:cubicBezTo>
                <a:cubicBezTo>
                  <a:pt x="2386293" y="220662"/>
                  <a:pt x="2686050" y="342713"/>
                  <a:pt x="3092824" y="397248"/>
                </a:cubicBezTo>
                <a:cubicBezTo>
                  <a:pt x="3517527" y="364751"/>
                  <a:pt x="3889376" y="327865"/>
                  <a:pt x="4224058" y="261657"/>
                </a:cubicBezTo>
                <a:cubicBezTo>
                  <a:pt x="4558740" y="195449"/>
                  <a:pt x="4808631" y="87219"/>
                  <a:pt x="5100918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565591C-DF99-48BC-8BD1-25517096F38B}"/>
              </a:ext>
            </a:extLst>
          </p:cNvPr>
          <p:cNvSpPr/>
          <p:nvPr/>
        </p:nvSpPr>
        <p:spPr>
          <a:xfrm>
            <a:off x="7189693" y="3825624"/>
            <a:ext cx="4028917" cy="397248"/>
          </a:xfrm>
          <a:custGeom>
            <a:avLst/>
            <a:gdLst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195483 w 5100918"/>
              <a:gd name="connsiteY5" fmla="*/ 233082 h 502023"/>
              <a:gd name="connsiteX6" fmla="*/ 5100918 w 5100918"/>
              <a:gd name="connsiteY6" fmla="*/ 0 h 502023"/>
              <a:gd name="connsiteX0" fmla="*/ 0 w 5100918"/>
              <a:gd name="connsiteY0" fmla="*/ 313764 h 502023"/>
              <a:gd name="connsiteX1" fmla="*/ 627530 w 5100918"/>
              <a:gd name="connsiteY1" fmla="*/ 71717 h 502023"/>
              <a:gd name="connsiteX2" fmla="*/ 1210236 w 5100918"/>
              <a:gd name="connsiteY2" fmla="*/ 17929 h 502023"/>
              <a:gd name="connsiteX3" fmla="*/ 2043953 w 5100918"/>
              <a:gd name="connsiteY3" fmla="*/ 224117 h 502023"/>
              <a:gd name="connsiteX4" fmla="*/ 3092824 w 5100918"/>
              <a:gd name="connsiteY4" fmla="*/ 502023 h 502023"/>
              <a:gd name="connsiteX5" fmla="*/ 4224058 w 5100918"/>
              <a:gd name="connsiteY5" fmla="*/ 261657 h 502023"/>
              <a:gd name="connsiteX6" fmla="*/ 5100918 w 5100918"/>
              <a:gd name="connsiteY6" fmla="*/ 0 h 502023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43953 w 5100918"/>
              <a:gd name="connsiteY3" fmla="*/ 224117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  <a:gd name="connsiteX0" fmla="*/ 0 w 5100918"/>
              <a:gd name="connsiteY0" fmla="*/ 313764 h 397248"/>
              <a:gd name="connsiteX1" fmla="*/ 627530 w 5100918"/>
              <a:gd name="connsiteY1" fmla="*/ 71717 h 397248"/>
              <a:gd name="connsiteX2" fmla="*/ 1210236 w 5100918"/>
              <a:gd name="connsiteY2" fmla="*/ 17929 h 397248"/>
              <a:gd name="connsiteX3" fmla="*/ 2072528 w 5100918"/>
              <a:gd name="connsiteY3" fmla="*/ 157442 h 397248"/>
              <a:gd name="connsiteX4" fmla="*/ 3092824 w 5100918"/>
              <a:gd name="connsiteY4" fmla="*/ 397248 h 397248"/>
              <a:gd name="connsiteX5" fmla="*/ 4224058 w 5100918"/>
              <a:gd name="connsiteY5" fmla="*/ 261657 h 397248"/>
              <a:gd name="connsiteX6" fmla="*/ 5100918 w 5100918"/>
              <a:gd name="connsiteY6" fmla="*/ 0 h 39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00918" h="397248">
                <a:moveTo>
                  <a:pt x="0" y="313764"/>
                </a:moveTo>
                <a:cubicBezTo>
                  <a:pt x="209177" y="233082"/>
                  <a:pt x="399303" y="104774"/>
                  <a:pt x="627530" y="71717"/>
                </a:cubicBezTo>
                <a:cubicBezTo>
                  <a:pt x="840815" y="15688"/>
                  <a:pt x="1016001" y="35858"/>
                  <a:pt x="1210236" y="17929"/>
                </a:cubicBezTo>
                <a:cubicBezTo>
                  <a:pt x="1621492" y="29508"/>
                  <a:pt x="1758763" y="94222"/>
                  <a:pt x="2072528" y="157442"/>
                </a:cubicBezTo>
                <a:cubicBezTo>
                  <a:pt x="2386293" y="220662"/>
                  <a:pt x="2686050" y="342713"/>
                  <a:pt x="3092824" y="397248"/>
                </a:cubicBezTo>
                <a:cubicBezTo>
                  <a:pt x="3517527" y="364751"/>
                  <a:pt x="3889376" y="327865"/>
                  <a:pt x="4224058" y="261657"/>
                </a:cubicBezTo>
                <a:cubicBezTo>
                  <a:pt x="4558740" y="195449"/>
                  <a:pt x="4808631" y="87219"/>
                  <a:pt x="5100918" y="0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CE5EAA-7498-4F70-B365-6380C076731E}"/>
              </a:ext>
            </a:extLst>
          </p:cNvPr>
          <p:cNvSpPr/>
          <p:nvPr/>
        </p:nvSpPr>
        <p:spPr>
          <a:xfrm>
            <a:off x="8763749" y="1445063"/>
            <a:ext cx="1222963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OUTPUT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2BDB1E-3A23-4462-982D-64FAFA2D7E18}"/>
              </a:ext>
            </a:extLst>
          </p:cNvPr>
          <p:cNvSpPr/>
          <p:nvPr/>
        </p:nvSpPr>
        <p:spPr>
          <a:xfrm>
            <a:off x="7394760" y="2760571"/>
            <a:ext cx="1678643" cy="4800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D0911D2-DAA6-4342-9060-9166879FDF5A}"/>
              </a:ext>
            </a:extLst>
          </p:cNvPr>
          <p:cNvSpPr/>
          <p:nvPr/>
        </p:nvSpPr>
        <p:spPr>
          <a:xfrm rot="20971344">
            <a:off x="9901303" y="2948432"/>
            <a:ext cx="1559859" cy="51663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B788F39-A5F5-4C2C-A579-E1908054BADD}"/>
              </a:ext>
            </a:extLst>
          </p:cNvPr>
          <p:cNvSpPr/>
          <p:nvPr/>
        </p:nvSpPr>
        <p:spPr>
          <a:xfrm>
            <a:off x="7394759" y="3330253"/>
            <a:ext cx="1678643" cy="4800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1AE8DD-318F-4A1D-A373-CD67A3F714FF}"/>
                  </a:ext>
                </a:extLst>
              </p:cNvPr>
              <p:cNvSpPr txBox="1"/>
              <p:nvPr/>
            </p:nvSpPr>
            <p:spPr>
              <a:xfrm>
                <a:off x="7875849" y="2003796"/>
                <a:ext cx="28053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𝑆h𝑎𝑝𝑒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𝑠𝑖𝑔𝑛𝑎𝑙𝑠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1AE8DD-318F-4A1D-A373-CD67A3F71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849" y="2003796"/>
                <a:ext cx="280538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A42196B-9002-48C4-9B89-3128B426CCA7}"/>
              </a:ext>
            </a:extLst>
          </p:cNvPr>
          <p:cNvCxnSpPr/>
          <p:nvPr/>
        </p:nvCxnSpPr>
        <p:spPr>
          <a:xfrm>
            <a:off x="19368" y="5323840"/>
            <a:ext cx="12153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29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D68F6-3902-490E-ADB8-A55F1EBEA2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67"/>
          <a:stretch/>
        </p:blipFill>
        <p:spPr>
          <a:xfrm>
            <a:off x="97975" y="2227821"/>
            <a:ext cx="5953760" cy="360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5635E-99A7-4E47-ABB5-2331A8F5C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1" r="51455"/>
          <a:stretch/>
        </p:blipFill>
        <p:spPr>
          <a:xfrm>
            <a:off x="6160583" y="2227821"/>
            <a:ext cx="5933440" cy="3605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34C505-7DD3-4749-B3C8-191E0FEF0C6F}"/>
              </a:ext>
            </a:extLst>
          </p:cNvPr>
          <p:cNvSpPr txBox="1"/>
          <p:nvPr/>
        </p:nvSpPr>
        <p:spPr>
          <a:xfrm>
            <a:off x="-131335" y="4724097"/>
            <a:ext cx="106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BVE200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5D431-208D-4D94-85CB-092E82BB55B5}"/>
              </a:ext>
            </a:extLst>
          </p:cNvPr>
          <p:cNvSpPr txBox="1"/>
          <p:nvPr/>
        </p:nvSpPr>
        <p:spPr>
          <a:xfrm>
            <a:off x="-131334" y="4474969"/>
            <a:ext cx="106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BVE100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4E396-FBF5-4E46-A236-17073BDFD12A}"/>
              </a:ext>
            </a:extLst>
          </p:cNvPr>
          <p:cNvSpPr/>
          <p:nvPr/>
        </p:nvSpPr>
        <p:spPr>
          <a:xfrm>
            <a:off x="2179986" y="1035159"/>
            <a:ext cx="1222963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AE88C3-B4F1-472C-A0C4-75C923222CEA}"/>
                  </a:ext>
                </a:extLst>
              </p:cNvPr>
              <p:cNvSpPr txBox="1"/>
              <p:nvPr/>
            </p:nvSpPr>
            <p:spPr>
              <a:xfrm>
                <a:off x="2418137" y="1629631"/>
                <a:ext cx="6628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𝐼𝑃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AE88C3-B4F1-472C-A0C4-75C923222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37" y="1629631"/>
                <a:ext cx="66281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968156B-68F2-46AE-B210-B861EB6B04A5}"/>
              </a:ext>
            </a:extLst>
          </p:cNvPr>
          <p:cNvSpPr/>
          <p:nvPr/>
        </p:nvSpPr>
        <p:spPr>
          <a:xfrm>
            <a:off x="8789051" y="1163466"/>
            <a:ext cx="1222963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A35866-8EC6-4C6C-8098-B514C4F80771}"/>
                  </a:ext>
                </a:extLst>
              </p:cNvPr>
              <p:cNvSpPr txBox="1"/>
              <p:nvPr/>
            </p:nvSpPr>
            <p:spPr>
              <a:xfrm>
                <a:off x="8409204" y="1706697"/>
                <a:ext cx="1982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𝐴𝑚𝑝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𝑞𝑢𝑎𝑑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A35866-8EC6-4C6C-8098-B514C4F80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204" y="1706697"/>
                <a:ext cx="198265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F8CE188-F960-4606-ADE2-14BB366A9750}"/>
              </a:ext>
            </a:extLst>
          </p:cNvPr>
          <p:cNvSpPr txBox="1"/>
          <p:nvPr/>
        </p:nvSpPr>
        <p:spPr>
          <a:xfrm>
            <a:off x="302000" y="302518"/>
            <a:ext cx="574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</a:rPr>
              <a:t>Example: Model077_Inline 1350</a:t>
            </a:r>
          </a:p>
        </p:txBody>
      </p:sp>
    </p:spTree>
    <p:extLst>
      <p:ext uri="{BB962C8B-B14F-4D97-AF65-F5344CB8AC3E}">
        <p14:creationId xmlns:p14="http://schemas.microsoft.com/office/powerpoint/2010/main" val="174061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D68F6-3902-490E-ADB8-A55F1EBEA2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67"/>
          <a:stretch/>
        </p:blipFill>
        <p:spPr>
          <a:xfrm>
            <a:off x="97975" y="2227821"/>
            <a:ext cx="5953760" cy="360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5635E-99A7-4E47-ABB5-2331A8F5C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1" r="51455"/>
          <a:stretch/>
        </p:blipFill>
        <p:spPr>
          <a:xfrm>
            <a:off x="6160583" y="2227821"/>
            <a:ext cx="5933440" cy="3605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34C505-7DD3-4749-B3C8-191E0FEF0C6F}"/>
              </a:ext>
            </a:extLst>
          </p:cNvPr>
          <p:cNvSpPr txBox="1"/>
          <p:nvPr/>
        </p:nvSpPr>
        <p:spPr>
          <a:xfrm>
            <a:off x="-131335" y="4724097"/>
            <a:ext cx="106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BVE200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5D431-208D-4D94-85CB-092E82BB55B5}"/>
              </a:ext>
            </a:extLst>
          </p:cNvPr>
          <p:cNvSpPr txBox="1"/>
          <p:nvPr/>
        </p:nvSpPr>
        <p:spPr>
          <a:xfrm>
            <a:off x="-131334" y="4474969"/>
            <a:ext cx="106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BVE100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4E396-FBF5-4E46-A236-17073BDFD12A}"/>
              </a:ext>
            </a:extLst>
          </p:cNvPr>
          <p:cNvSpPr/>
          <p:nvPr/>
        </p:nvSpPr>
        <p:spPr>
          <a:xfrm>
            <a:off x="2179986" y="1035159"/>
            <a:ext cx="1222963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AE88C3-B4F1-472C-A0C4-75C923222CEA}"/>
                  </a:ext>
                </a:extLst>
              </p:cNvPr>
              <p:cNvSpPr txBox="1"/>
              <p:nvPr/>
            </p:nvSpPr>
            <p:spPr>
              <a:xfrm>
                <a:off x="2418137" y="1629631"/>
                <a:ext cx="6628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𝐼𝑃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AE88C3-B4F1-472C-A0C4-75C923222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37" y="1629631"/>
                <a:ext cx="66281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968156B-68F2-46AE-B210-B861EB6B04A5}"/>
              </a:ext>
            </a:extLst>
          </p:cNvPr>
          <p:cNvSpPr/>
          <p:nvPr/>
        </p:nvSpPr>
        <p:spPr>
          <a:xfrm>
            <a:off x="8789051" y="1163466"/>
            <a:ext cx="1222963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A35866-8EC6-4C6C-8098-B514C4F80771}"/>
                  </a:ext>
                </a:extLst>
              </p:cNvPr>
              <p:cNvSpPr txBox="1"/>
              <p:nvPr/>
            </p:nvSpPr>
            <p:spPr>
              <a:xfrm>
                <a:off x="8409204" y="1706697"/>
                <a:ext cx="1982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𝐴𝑚𝑝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𝑞𝑢𝑎𝑑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A35866-8EC6-4C6C-8098-B514C4F80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204" y="1706697"/>
                <a:ext cx="198265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F8CE188-F960-4606-ADE2-14BB366A9750}"/>
              </a:ext>
            </a:extLst>
          </p:cNvPr>
          <p:cNvSpPr txBox="1"/>
          <p:nvPr/>
        </p:nvSpPr>
        <p:spPr>
          <a:xfrm>
            <a:off x="302000" y="302518"/>
            <a:ext cx="574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</a:rPr>
              <a:t>Example: Model077_Inline 1350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51F131-439F-4669-9C17-A3B6D5C6F196}"/>
              </a:ext>
            </a:extLst>
          </p:cNvPr>
          <p:cNvSpPr/>
          <p:nvPr/>
        </p:nvSpPr>
        <p:spPr>
          <a:xfrm>
            <a:off x="3878616" y="4944694"/>
            <a:ext cx="1850468" cy="208015"/>
          </a:xfrm>
          <a:custGeom>
            <a:avLst/>
            <a:gdLst>
              <a:gd name="connsiteX0" fmla="*/ 143011 w 1850468"/>
              <a:gd name="connsiteY0" fmla="*/ 112675 h 208015"/>
              <a:gd name="connsiteX1" fmla="*/ 0 w 1850468"/>
              <a:gd name="connsiteY1" fmla="*/ 69338 h 208015"/>
              <a:gd name="connsiteX2" fmla="*/ 229684 w 1850468"/>
              <a:gd name="connsiteY2" fmla="*/ 17334 h 208015"/>
              <a:gd name="connsiteX3" fmla="*/ 628379 w 1850468"/>
              <a:gd name="connsiteY3" fmla="*/ 17334 h 208015"/>
              <a:gd name="connsiteX4" fmla="*/ 1070411 w 1850468"/>
              <a:gd name="connsiteY4" fmla="*/ 0 h 208015"/>
              <a:gd name="connsiteX5" fmla="*/ 1261092 w 1850468"/>
              <a:gd name="connsiteY5" fmla="*/ 47670 h 208015"/>
              <a:gd name="connsiteX6" fmla="*/ 1460440 w 1850468"/>
              <a:gd name="connsiteY6" fmla="*/ 69338 h 208015"/>
              <a:gd name="connsiteX7" fmla="*/ 1659788 w 1850468"/>
              <a:gd name="connsiteY7" fmla="*/ 108341 h 208015"/>
              <a:gd name="connsiteX8" fmla="*/ 1850468 w 1850468"/>
              <a:gd name="connsiteY8" fmla="*/ 156011 h 208015"/>
              <a:gd name="connsiteX9" fmla="*/ 1742127 w 1850468"/>
              <a:gd name="connsiteY9" fmla="*/ 208015 h 208015"/>
              <a:gd name="connsiteX10" fmla="*/ 1703124 w 1850468"/>
              <a:gd name="connsiteY10" fmla="*/ 208015 h 208015"/>
              <a:gd name="connsiteX11" fmla="*/ 1473441 w 1850468"/>
              <a:gd name="connsiteY11" fmla="*/ 169012 h 208015"/>
              <a:gd name="connsiteX12" fmla="*/ 1425771 w 1850468"/>
              <a:gd name="connsiteY12" fmla="*/ 160345 h 208015"/>
              <a:gd name="connsiteX13" fmla="*/ 1213422 w 1850468"/>
              <a:gd name="connsiteY13" fmla="*/ 130009 h 208015"/>
              <a:gd name="connsiteX14" fmla="*/ 1165752 w 1850468"/>
              <a:gd name="connsiteY14" fmla="*/ 130009 h 208015"/>
              <a:gd name="connsiteX15" fmla="*/ 992406 w 1850468"/>
              <a:gd name="connsiteY15" fmla="*/ 104007 h 208015"/>
              <a:gd name="connsiteX16" fmla="*/ 771390 w 1850468"/>
              <a:gd name="connsiteY16" fmla="*/ 82339 h 208015"/>
              <a:gd name="connsiteX17" fmla="*/ 511371 w 1850468"/>
              <a:gd name="connsiteY17" fmla="*/ 112675 h 208015"/>
              <a:gd name="connsiteX18" fmla="*/ 459367 w 1850468"/>
              <a:gd name="connsiteY18" fmla="*/ 130009 h 208015"/>
              <a:gd name="connsiteX19" fmla="*/ 450700 w 1850468"/>
              <a:gd name="connsiteY19" fmla="*/ 138677 h 208015"/>
              <a:gd name="connsiteX20" fmla="*/ 429031 w 1850468"/>
              <a:gd name="connsiteY20" fmla="*/ 138677 h 208015"/>
              <a:gd name="connsiteX21" fmla="*/ 143011 w 1850468"/>
              <a:gd name="connsiteY21" fmla="*/ 112675 h 208015"/>
              <a:gd name="connsiteX0" fmla="*/ 143011 w 1850468"/>
              <a:gd name="connsiteY0" fmla="*/ 112675 h 208015"/>
              <a:gd name="connsiteX1" fmla="*/ 0 w 1850468"/>
              <a:gd name="connsiteY1" fmla="*/ 69338 h 208015"/>
              <a:gd name="connsiteX2" fmla="*/ 229684 w 1850468"/>
              <a:gd name="connsiteY2" fmla="*/ 17334 h 208015"/>
              <a:gd name="connsiteX3" fmla="*/ 628379 w 1850468"/>
              <a:gd name="connsiteY3" fmla="*/ 17334 h 208015"/>
              <a:gd name="connsiteX4" fmla="*/ 1070411 w 1850468"/>
              <a:gd name="connsiteY4" fmla="*/ 0 h 208015"/>
              <a:gd name="connsiteX5" fmla="*/ 1261092 w 1850468"/>
              <a:gd name="connsiteY5" fmla="*/ 47670 h 208015"/>
              <a:gd name="connsiteX6" fmla="*/ 1460440 w 1850468"/>
              <a:gd name="connsiteY6" fmla="*/ 69338 h 208015"/>
              <a:gd name="connsiteX7" fmla="*/ 1659788 w 1850468"/>
              <a:gd name="connsiteY7" fmla="*/ 108341 h 208015"/>
              <a:gd name="connsiteX8" fmla="*/ 1850468 w 1850468"/>
              <a:gd name="connsiteY8" fmla="*/ 156011 h 208015"/>
              <a:gd name="connsiteX9" fmla="*/ 1742127 w 1850468"/>
              <a:gd name="connsiteY9" fmla="*/ 208015 h 208015"/>
              <a:gd name="connsiteX10" fmla="*/ 1703124 w 1850468"/>
              <a:gd name="connsiteY10" fmla="*/ 208015 h 208015"/>
              <a:gd name="connsiteX11" fmla="*/ 1473441 w 1850468"/>
              <a:gd name="connsiteY11" fmla="*/ 169012 h 208015"/>
              <a:gd name="connsiteX12" fmla="*/ 1425771 w 1850468"/>
              <a:gd name="connsiteY12" fmla="*/ 160345 h 208015"/>
              <a:gd name="connsiteX13" fmla="*/ 1213422 w 1850468"/>
              <a:gd name="connsiteY13" fmla="*/ 130009 h 208015"/>
              <a:gd name="connsiteX14" fmla="*/ 1165752 w 1850468"/>
              <a:gd name="connsiteY14" fmla="*/ 130009 h 208015"/>
              <a:gd name="connsiteX15" fmla="*/ 992406 w 1850468"/>
              <a:gd name="connsiteY15" fmla="*/ 104007 h 208015"/>
              <a:gd name="connsiteX16" fmla="*/ 771390 w 1850468"/>
              <a:gd name="connsiteY16" fmla="*/ 82339 h 208015"/>
              <a:gd name="connsiteX17" fmla="*/ 511371 w 1850468"/>
              <a:gd name="connsiteY17" fmla="*/ 112675 h 208015"/>
              <a:gd name="connsiteX18" fmla="*/ 459367 w 1850468"/>
              <a:gd name="connsiteY18" fmla="*/ 130009 h 208015"/>
              <a:gd name="connsiteX19" fmla="*/ 450700 w 1850468"/>
              <a:gd name="connsiteY19" fmla="*/ 138677 h 208015"/>
              <a:gd name="connsiteX20" fmla="*/ 342358 w 1850468"/>
              <a:gd name="connsiteY20" fmla="*/ 134344 h 208015"/>
              <a:gd name="connsiteX21" fmla="*/ 143011 w 1850468"/>
              <a:gd name="connsiteY21" fmla="*/ 112675 h 208015"/>
              <a:gd name="connsiteX0" fmla="*/ 143011 w 1850468"/>
              <a:gd name="connsiteY0" fmla="*/ 112675 h 208015"/>
              <a:gd name="connsiteX1" fmla="*/ 0 w 1850468"/>
              <a:gd name="connsiteY1" fmla="*/ 69338 h 208015"/>
              <a:gd name="connsiteX2" fmla="*/ 229684 w 1850468"/>
              <a:gd name="connsiteY2" fmla="*/ 17334 h 208015"/>
              <a:gd name="connsiteX3" fmla="*/ 628379 w 1850468"/>
              <a:gd name="connsiteY3" fmla="*/ 17334 h 208015"/>
              <a:gd name="connsiteX4" fmla="*/ 1070411 w 1850468"/>
              <a:gd name="connsiteY4" fmla="*/ 0 h 208015"/>
              <a:gd name="connsiteX5" fmla="*/ 1261092 w 1850468"/>
              <a:gd name="connsiteY5" fmla="*/ 47670 h 208015"/>
              <a:gd name="connsiteX6" fmla="*/ 1460440 w 1850468"/>
              <a:gd name="connsiteY6" fmla="*/ 69338 h 208015"/>
              <a:gd name="connsiteX7" fmla="*/ 1659788 w 1850468"/>
              <a:gd name="connsiteY7" fmla="*/ 108341 h 208015"/>
              <a:gd name="connsiteX8" fmla="*/ 1850468 w 1850468"/>
              <a:gd name="connsiteY8" fmla="*/ 156011 h 208015"/>
              <a:gd name="connsiteX9" fmla="*/ 1742127 w 1850468"/>
              <a:gd name="connsiteY9" fmla="*/ 208015 h 208015"/>
              <a:gd name="connsiteX10" fmla="*/ 1703124 w 1850468"/>
              <a:gd name="connsiteY10" fmla="*/ 208015 h 208015"/>
              <a:gd name="connsiteX11" fmla="*/ 1473441 w 1850468"/>
              <a:gd name="connsiteY11" fmla="*/ 169012 h 208015"/>
              <a:gd name="connsiteX12" fmla="*/ 1425771 w 1850468"/>
              <a:gd name="connsiteY12" fmla="*/ 160345 h 208015"/>
              <a:gd name="connsiteX13" fmla="*/ 1213422 w 1850468"/>
              <a:gd name="connsiteY13" fmla="*/ 130009 h 208015"/>
              <a:gd name="connsiteX14" fmla="*/ 1165752 w 1850468"/>
              <a:gd name="connsiteY14" fmla="*/ 130009 h 208015"/>
              <a:gd name="connsiteX15" fmla="*/ 992406 w 1850468"/>
              <a:gd name="connsiteY15" fmla="*/ 104007 h 208015"/>
              <a:gd name="connsiteX16" fmla="*/ 771390 w 1850468"/>
              <a:gd name="connsiteY16" fmla="*/ 82339 h 208015"/>
              <a:gd name="connsiteX17" fmla="*/ 511371 w 1850468"/>
              <a:gd name="connsiteY17" fmla="*/ 112675 h 208015"/>
              <a:gd name="connsiteX18" fmla="*/ 459367 w 1850468"/>
              <a:gd name="connsiteY18" fmla="*/ 130009 h 208015"/>
              <a:gd name="connsiteX19" fmla="*/ 403030 w 1850468"/>
              <a:gd name="connsiteY19" fmla="*/ 112675 h 208015"/>
              <a:gd name="connsiteX20" fmla="*/ 342358 w 1850468"/>
              <a:gd name="connsiteY20" fmla="*/ 134344 h 208015"/>
              <a:gd name="connsiteX21" fmla="*/ 143011 w 1850468"/>
              <a:gd name="connsiteY21" fmla="*/ 112675 h 208015"/>
              <a:gd name="connsiteX0" fmla="*/ 143011 w 1850468"/>
              <a:gd name="connsiteY0" fmla="*/ 112675 h 208015"/>
              <a:gd name="connsiteX1" fmla="*/ 0 w 1850468"/>
              <a:gd name="connsiteY1" fmla="*/ 69338 h 208015"/>
              <a:gd name="connsiteX2" fmla="*/ 229684 w 1850468"/>
              <a:gd name="connsiteY2" fmla="*/ 17334 h 208015"/>
              <a:gd name="connsiteX3" fmla="*/ 628379 w 1850468"/>
              <a:gd name="connsiteY3" fmla="*/ 17334 h 208015"/>
              <a:gd name="connsiteX4" fmla="*/ 1070411 w 1850468"/>
              <a:gd name="connsiteY4" fmla="*/ 0 h 208015"/>
              <a:gd name="connsiteX5" fmla="*/ 1261092 w 1850468"/>
              <a:gd name="connsiteY5" fmla="*/ 47670 h 208015"/>
              <a:gd name="connsiteX6" fmla="*/ 1460440 w 1850468"/>
              <a:gd name="connsiteY6" fmla="*/ 69338 h 208015"/>
              <a:gd name="connsiteX7" fmla="*/ 1659788 w 1850468"/>
              <a:gd name="connsiteY7" fmla="*/ 108341 h 208015"/>
              <a:gd name="connsiteX8" fmla="*/ 1850468 w 1850468"/>
              <a:gd name="connsiteY8" fmla="*/ 156011 h 208015"/>
              <a:gd name="connsiteX9" fmla="*/ 1742127 w 1850468"/>
              <a:gd name="connsiteY9" fmla="*/ 208015 h 208015"/>
              <a:gd name="connsiteX10" fmla="*/ 1703124 w 1850468"/>
              <a:gd name="connsiteY10" fmla="*/ 208015 h 208015"/>
              <a:gd name="connsiteX11" fmla="*/ 1473441 w 1850468"/>
              <a:gd name="connsiteY11" fmla="*/ 169012 h 208015"/>
              <a:gd name="connsiteX12" fmla="*/ 1425771 w 1850468"/>
              <a:gd name="connsiteY12" fmla="*/ 160345 h 208015"/>
              <a:gd name="connsiteX13" fmla="*/ 1213422 w 1850468"/>
              <a:gd name="connsiteY13" fmla="*/ 130009 h 208015"/>
              <a:gd name="connsiteX14" fmla="*/ 1165752 w 1850468"/>
              <a:gd name="connsiteY14" fmla="*/ 130009 h 208015"/>
              <a:gd name="connsiteX15" fmla="*/ 992406 w 1850468"/>
              <a:gd name="connsiteY15" fmla="*/ 104007 h 208015"/>
              <a:gd name="connsiteX16" fmla="*/ 771390 w 1850468"/>
              <a:gd name="connsiteY16" fmla="*/ 82339 h 208015"/>
              <a:gd name="connsiteX17" fmla="*/ 511371 w 1850468"/>
              <a:gd name="connsiteY17" fmla="*/ 95341 h 208015"/>
              <a:gd name="connsiteX18" fmla="*/ 459367 w 1850468"/>
              <a:gd name="connsiteY18" fmla="*/ 130009 h 208015"/>
              <a:gd name="connsiteX19" fmla="*/ 403030 w 1850468"/>
              <a:gd name="connsiteY19" fmla="*/ 112675 h 208015"/>
              <a:gd name="connsiteX20" fmla="*/ 342358 w 1850468"/>
              <a:gd name="connsiteY20" fmla="*/ 134344 h 208015"/>
              <a:gd name="connsiteX21" fmla="*/ 143011 w 1850468"/>
              <a:gd name="connsiteY21" fmla="*/ 112675 h 208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50468" h="208015">
                <a:moveTo>
                  <a:pt x="143011" y="112675"/>
                </a:moveTo>
                <a:lnTo>
                  <a:pt x="0" y="69338"/>
                </a:lnTo>
                <a:lnTo>
                  <a:pt x="229684" y="17334"/>
                </a:lnTo>
                <a:lnTo>
                  <a:pt x="628379" y="17334"/>
                </a:lnTo>
                <a:lnTo>
                  <a:pt x="1070411" y="0"/>
                </a:lnTo>
                <a:lnTo>
                  <a:pt x="1261092" y="47670"/>
                </a:lnTo>
                <a:lnTo>
                  <a:pt x="1460440" y="69338"/>
                </a:lnTo>
                <a:lnTo>
                  <a:pt x="1659788" y="108341"/>
                </a:lnTo>
                <a:lnTo>
                  <a:pt x="1850468" y="156011"/>
                </a:lnTo>
                <a:lnTo>
                  <a:pt x="1742127" y="208015"/>
                </a:lnTo>
                <a:lnTo>
                  <a:pt x="1703124" y="208015"/>
                </a:lnTo>
                <a:lnTo>
                  <a:pt x="1473441" y="169012"/>
                </a:lnTo>
                <a:lnTo>
                  <a:pt x="1425771" y="160345"/>
                </a:lnTo>
                <a:lnTo>
                  <a:pt x="1213422" y="130009"/>
                </a:lnTo>
                <a:lnTo>
                  <a:pt x="1165752" y="130009"/>
                </a:lnTo>
                <a:lnTo>
                  <a:pt x="992406" y="104007"/>
                </a:lnTo>
                <a:lnTo>
                  <a:pt x="771390" y="82339"/>
                </a:lnTo>
                <a:lnTo>
                  <a:pt x="511371" y="95341"/>
                </a:lnTo>
                <a:cubicBezTo>
                  <a:pt x="494036" y="101119"/>
                  <a:pt x="477424" y="127120"/>
                  <a:pt x="459367" y="130009"/>
                </a:cubicBezTo>
                <a:cubicBezTo>
                  <a:pt x="441310" y="132898"/>
                  <a:pt x="406959" y="111552"/>
                  <a:pt x="403030" y="112675"/>
                </a:cubicBezTo>
                <a:cubicBezTo>
                  <a:pt x="396085" y="114659"/>
                  <a:pt x="349581" y="134344"/>
                  <a:pt x="342358" y="134344"/>
                </a:cubicBezTo>
                <a:lnTo>
                  <a:pt x="143011" y="112675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126723F-E2E9-4F31-B953-25A44AA190BF}"/>
              </a:ext>
            </a:extLst>
          </p:cNvPr>
          <p:cNvSpPr/>
          <p:nvPr/>
        </p:nvSpPr>
        <p:spPr>
          <a:xfrm>
            <a:off x="4645672" y="5113706"/>
            <a:ext cx="554707" cy="117009"/>
          </a:xfrm>
          <a:custGeom>
            <a:avLst/>
            <a:gdLst>
              <a:gd name="connsiteX0" fmla="*/ 0 w 554707"/>
              <a:gd name="connsiteY0" fmla="*/ 86673 h 117009"/>
              <a:gd name="connsiteX1" fmla="*/ 60671 w 554707"/>
              <a:gd name="connsiteY1" fmla="*/ 17335 h 117009"/>
              <a:gd name="connsiteX2" fmla="*/ 130010 w 554707"/>
              <a:gd name="connsiteY2" fmla="*/ 0 h 117009"/>
              <a:gd name="connsiteX3" fmla="*/ 316356 w 554707"/>
              <a:gd name="connsiteY3" fmla="*/ 0 h 117009"/>
              <a:gd name="connsiteX4" fmla="*/ 390028 w 554707"/>
              <a:gd name="connsiteY4" fmla="*/ 21668 h 117009"/>
              <a:gd name="connsiteX5" fmla="*/ 450700 w 554707"/>
              <a:gd name="connsiteY5" fmla="*/ 65005 h 117009"/>
              <a:gd name="connsiteX6" fmla="*/ 554707 w 554707"/>
              <a:gd name="connsiteY6" fmla="*/ 86673 h 117009"/>
              <a:gd name="connsiteX7" fmla="*/ 472368 w 554707"/>
              <a:gd name="connsiteY7" fmla="*/ 117009 h 117009"/>
              <a:gd name="connsiteX8" fmla="*/ 316356 w 554707"/>
              <a:gd name="connsiteY8" fmla="*/ 82339 h 117009"/>
              <a:gd name="connsiteX9" fmla="*/ 0 w 554707"/>
              <a:gd name="connsiteY9" fmla="*/ 86673 h 117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4707" h="117009">
                <a:moveTo>
                  <a:pt x="0" y="86673"/>
                </a:moveTo>
                <a:lnTo>
                  <a:pt x="60671" y="17335"/>
                </a:lnTo>
                <a:lnTo>
                  <a:pt x="130010" y="0"/>
                </a:lnTo>
                <a:lnTo>
                  <a:pt x="316356" y="0"/>
                </a:lnTo>
                <a:lnTo>
                  <a:pt x="390028" y="21668"/>
                </a:lnTo>
                <a:lnTo>
                  <a:pt x="450700" y="65005"/>
                </a:lnTo>
                <a:lnTo>
                  <a:pt x="554707" y="86673"/>
                </a:lnTo>
                <a:lnTo>
                  <a:pt x="472368" y="117009"/>
                </a:lnTo>
                <a:lnTo>
                  <a:pt x="316356" y="82339"/>
                </a:lnTo>
                <a:lnTo>
                  <a:pt x="0" y="86673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BBA0366-82B2-44C4-97A4-B82E8E4E795F}"/>
              </a:ext>
            </a:extLst>
          </p:cNvPr>
          <p:cNvSpPr/>
          <p:nvPr/>
        </p:nvSpPr>
        <p:spPr>
          <a:xfrm>
            <a:off x="702051" y="4702009"/>
            <a:ext cx="1807132" cy="398696"/>
          </a:xfrm>
          <a:custGeom>
            <a:avLst/>
            <a:gdLst>
              <a:gd name="connsiteX0" fmla="*/ 1499443 w 1807132"/>
              <a:gd name="connsiteY0" fmla="*/ 394363 h 398696"/>
              <a:gd name="connsiteX1" fmla="*/ 1499443 w 1807132"/>
              <a:gd name="connsiteY1" fmla="*/ 394363 h 398696"/>
              <a:gd name="connsiteX2" fmla="*/ 1105081 w 1807132"/>
              <a:gd name="connsiteY2" fmla="*/ 316357 h 398696"/>
              <a:gd name="connsiteX3" fmla="*/ 858063 w 1807132"/>
              <a:gd name="connsiteY3" fmla="*/ 273020 h 398696"/>
              <a:gd name="connsiteX4" fmla="*/ 676049 w 1807132"/>
              <a:gd name="connsiteY4" fmla="*/ 216683 h 398696"/>
              <a:gd name="connsiteX5" fmla="*/ 459367 w 1807132"/>
              <a:gd name="connsiteY5" fmla="*/ 156012 h 398696"/>
              <a:gd name="connsiteX6" fmla="*/ 277354 w 1807132"/>
              <a:gd name="connsiteY6" fmla="*/ 91007 h 398696"/>
              <a:gd name="connsiteX7" fmla="*/ 0 w 1807132"/>
              <a:gd name="connsiteY7" fmla="*/ 13001 h 398696"/>
              <a:gd name="connsiteX8" fmla="*/ 199348 w 1807132"/>
              <a:gd name="connsiteY8" fmla="*/ 0 h 398696"/>
              <a:gd name="connsiteX9" fmla="*/ 459367 w 1807132"/>
              <a:gd name="connsiteY9" fmla="*/ 108342 h 398696"/>
              <a:gd name="connsiteX10" fmla="*/ 715052 w 1807132"/>
              <a:gd name="connsiteY10" fmla="*/ 195015 h 398696"/>
              <a:gd name="connsiteX11" fmla="*/ 923067 w 1807132"/>
              <a:gd name="connsiteY11" fmla="*/ 242685 h 398696"/>
              <a:gd name="connsiteX12" fmla="*/ 1161418 w 1807132"/>
              <a:gd name="connsiteY12" fmla="*/ 277354 h 398696"/>
              <a:gd name="connsiteX13" fmla="*/ 1347765 w 1807132"/>
              <a:gd name="connsiteY13" fmla="*/ 338025 h 398696"/>
              <a:gd name="connsiteX14" fmla="*/ 1698791 w 1807132"/>
              <a:gd name="connsiteY14" fmla="*/ 377028 h 398696"/>
              <a:gd name="connsiteX15" fmla="*/ 1807132 w 1807132"/>
              <a:gd name="connsiteY15" fmla="*/ 398696 h 398696"/>
              <a:gd name="connsiteX16" fmla="*/ 1499443 w 1807132"/>
              <a:gd name="connsiteY16" fmla="*/ 394363 h 39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07132" h="398696">
                <a:moveTo>
                  <a:pt x="1499443" y="394363"/>
                </a:moveTo>
                <a:lnTo>
                  <a:pt x="1499443" y="394363"/>
                </a:lnTo>
                <a:lnTo>
                  <a:pt x="1105081" y="316357"/>
                </a:lnTo>
                <a:lnTo>
                  <a:pt x="858063" y="273020"/>
                </a:lnTo>
                <a:lnTo>
                  <a:pt x="676049" y="216683"/>
                </a:lnTo>
                <a:lnTo>
                  <a:pt x="459367" y="156012"/>
                </a:lnTo>
                <a:lnTo>
                  <a:pt x="277354" y="91007"/>
                </a:lnTo>
                <a:lnTo>
                  <a:pt x="0" y="13001"/>
                </a:lnTo>
                <a:lnTo>
                  <a:pt x="199348" y="0"/>
                </a:lnTo>
                <a:lnTo>
                  <a:pt x="459367" y="108342"/>
                </a:lnTo>
                <a:lnTo>
                  <a:pt x="715052" y="195015"/>
                </a:lnTo>
                <a:lnTo>
                  <a:pt x="923067" y="242685"/>
                </a:lnTo>
                <a:lnTo>
                  <a:pt x="1161418" y="277354"/>
                </a:lnTo>
                <a:lnTo>
                  <a:pt x="1347765" y="338025"/>
                </a:lnTo>
                <a:lnTo>
                  <a:pt x="1698791" y="377028"/>
                </a:lnTo>
                <a:lnTo>
                  <a:pt x="1807132" y="398696"/>
                </a:lnTo>
                <a:lnTo>
                  <a:pt x="1499443" y="394363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30C11B3-34B0-47BC-9873-21ECD7EDBFCD}"/>
              </a:ext>
            </a:extLst>
          </p:cNvPr>
          <p:cNvSpPr/>
          <p:nvPr/>
        </p:nvSpPr>
        <p:spPr>
          <a:xfrm>
            <a:off x="524372" y="4888356"/>
            <a:ext cx="1469107" cy="364027"/>
          </a:xfrm>
          <a:custGeom>
            <a:avLst/>
            <a:gdLst>
              <a:gd name="connsiteX0" fmla="*/ 0 w 1469107"/>
              <a:gd name="connsiteY0" fmla="*/ 4334 h 364027"/>
              <a:gd name="connsiteX1" fmla="*/ 264352 w 1469107"/>
              <a:gd name="connsiteY1" fmla="*/ 0 h 364027"/>
              <a:gd name="connsiteX2" fmla="*/ 628379 w 1469107"/>
              <a:gd name="connsiteY2" fmla="*/ 86673 h 364027"/>
              <a:gd name="connsiteX3" fmla="*/ 840728 w 1469107"/>
              <a:gd name="connsiteY3" fmla="*/ 147344 h 364027"/>
              <a:gd name="connsiteX4" fmla="*/ 1222089 w 1469107"/>
              <a:gd name="connsiteY4" fmla="*/ 264353 h 364027"/>
              <a:gd name="connsiteX5" fmla="*/ 1469107 w 1469107"/>
              <a:gd name="connsiteY5" fmla="*/ 312023 h 364027"/>
              <a:gd name="connsiteX6" fmla="*/ 1352098 w 1469107"/>
              <a:gd name="connsiteY6" fmla="*/ 364027 h 364027"/>
              <a:gd name="connsiteX7" fmla="*/ 1100746 w 1469107"/>
              <a:gd name="connsiteY7" fmla="*/ 286021 h 364027"/>
              <a:gd name="connsiteX8" fmla="*/ 940401 w 1469107"/>
              <a:gd name="connsiteY8" fmla="*/ 255686 h 364027"/>
              <a:gd name="connsiteX9" fmla="*/ 901399 w 1469107"/>
              <a:gd name="connsiteY9" fmla="*/ 247018 h 364027"/>
              <a:gd name="connsiteX10" fmla="*/ 884064 w 1469107"/>
              <a:gd name="connsiteY10" fmla="*/ 242685 h 364027"/>
              <a:gd name="connsiteX11" fmla="*/ 875397 w 1469107"/>
              <a:gd name="connsiteY11" fmla="*/ 238351 h 364027"/>
              <a:gd name="connsiteX12" fmla="*/ 715052 w 1469107"/>
              <a:gd name="connsiteY12" fmla="*/ 190681 h 364027"/>
              <a:gd name="connsiteX13" fmla="*/ 524371 w 1469107"/>
              <a:gd name="connsiteY13" fmla="*/ 112675 h 364027"/>
              <a:gd name="connsiteX14" fmla="*/ 476701 w 1469107"/>
              <a:gd name="connsiteY14" fmla="*/ 108342 h 364027"/>
              <a:gd name="connsiteX15" fmla="*/ 299021 w 1469107"/>
              <a:gd name="connsiteY15" fmla="*/ 69339 h 364027"/>
              <a:gd name="connsiteX16" fmla="*/ 0 w 1469107"/>
              <a:gd name="connsiteY16" fmla="*/ 4334 h 364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69107" h="364027">
                <a:moveTo>
                  <a:pt x="0" y="4334"/>
                </a:moveTo>
                <a:lnTo>
                  <a:pt x="264352" y="0"/>
                </a:lnTo>
                <a:lnTo>
                  <a:pt x="628379" y="86673"/>
                </a:lnTo>
                <a:lnTo>
                  <a:pt x="840728" y="147344"/>
                </a:lnTo>
                <a:lnTo>
                  <a:pt x="1222089" y="264353"/>
                </a:lnTo>
                <a:lnTo>
                  <a:pt x="1469107" y="312023"/>
                </a:lnTo>
                <a:lnTo>
                  <a:pt x="1352098" y="364027"/>
                </a:lnTo>
                <a:lnTo>
                  <a:pt x="1100746" y="286021"/>
                </a:lnTo>
                <a:lnTo>
                  <a:pt x="940401" y="255686"/>
                </a:lnTo>
                <a:lnTo>
                  <a:pt x="901399" y="247018"/>
                </a:lnTo>
                <a:cubicBezTo>
                  <a:pt x="895595" y="245679"/>
                  <a:pt x="889714" y="244568"/>
                  <a:pt x="884064" y="242685"/>
                </a:cubicBezTo>
                <a:cubicBezTo>
                  <a:pt x="881000" y="241664"/>
                  <a:pt x="878286" y="239796"/>
                  <a:pt x="875397" y="238351"/>
                </a:cubicBezTo>
                <a:lnTo>
                  <a:pt x="715052" y="190681"/>
                </a:lnTo>
                <a:lnTo>
                  <a:pt x="524371" y="112675"/>
                </a:lnTo>
                <a:lnTo>
                  <a:pt x="476701" y="108342"/>
                </a:lnTo>
                <a:lnTo>
                  <a:pt x="299021" y="69339"/>
                </a:lnTo>
                <a:lnTo>
                  <a:pt x="0" y="4334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884FC-85BC-4FC1-81D0-D32048F4DB42}"/>
              </a:ext>
            </a:extLst>
          </p:cNvPr>
          <p:cNvSpPr txBox="1"/>
          <p:nvPr/>
        </p:nvSpPr>
        <p:spPr>
          <a:xfrm>
            <a:off x="2001013" y="3539303"/>
            <a:ext cx="2803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1. e.g: these 4-signal are the main hardening and softening signals in dIP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B4AD4C-00BB-4CAD-9AB0-8EB585BF0D28}"/>
              </a:ext>
            </a:extLst>
          </p:cNvPr>
          <p:cNvCxnSpPr/>
          <p:nvPr/>
        </p:nvCxnSpPr>
        <p:spPr>
          <a:xfrm flipH="1">
            <a:off x="2106154" y="4474969"/>
            <a:ext cx="1265425" cy="413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6387CE-E4A5-4724-AF02-70E6F76B1999}"/>
              </a:ext>
            </a:extLst>
          </p:cNvPr>
          <p:cNvCxnSpPr>
            <a:cxnSpLocks/>
          </p:cNvCxnSpPr>
          <p:nvPr/>
        </p:nvCxnSpPr>
        <p:spPr>
          <a:xfrm>
            <a:off x="3480427" y="4472980"/>
            <a:ext cx="957230" cy="371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72431A-626A-4A35-ABFD-D937F2F56AAE}"/>
              </a:ext>
            </a:extLst>
          </p:cNvPr>
          <p:cNvSpPr/>
          <p:nvPr/>
        </p:nvSpPr>
        <p:spPr>
          <a:xfrm>
            <a:off x="9828398" y="4841271"/>
            <a:ext cx="2187828" cy="274881"/>
          </a:xfrm>
          <a:custGeom>
            <a:avLst/>
            <a:gdLst>
              <a:gd name="connsiteX0" fmla="*/ 347808 w 2187828"/>
              <a:gd name="connsiteY0" fmla="*/ 123416 h 274881"/>
              <a:gd name="connsiteX1" fmla="*/ 140245 w 2187828"/>
              <a:gd name="connsiteY1" fmla="*/ 145855 h 274881"/>
              <a:gd name="connsiteX2" fmla="*/ 0 w 2187828"/>
              <a:gd name="connsiteY2" fmla="*/ 72928 h 274881"/>
              <a:gd name="connsiteX3" fmla="*/ 437565 w 2187828"/>
              <a:gd name="connsiteY3" fmla="*/ 0 h 274881"/>
              <a:gd name="connsiteX4" fmla="*/ 1077084 w 2187828"/>
              <a:gd name="connsiteY4" fmla="*/ 11220 h 274881"/>
              <a:gd name="connsiteX5" fmla="*/ 1514650 w 2187828"/>
              <a:gd name="connsiteY5" fmla="*/ 50489 h 274881"/>
              <a:gd name="connsiteX6" fmla="*/ 1884898 w 2187828"/>
              <a:gd name="connsiteY6" fmla="*/ 106587 h 274881"/>
              <a:gd name="connsiteX7" fmla="*/ 2114900 w 2187828"/>
              <a:gd name="connsiteY7" fmla="*/ 162685 h 274881"/>
              <a:gd name="connsiteX8" fmla="*/ 2187828 w 2187828"/>
              <a:gd name="connsiteY8" fmla="*/ 274881 h 274881"/>
              <a:gd name="connsiteX9" fmla="*/ 1929776 w 2187828"/>
              <a:gd name="connsiteY9" fmla="*/ 246832 h 274881"/>
              <a:gd name="connsiteX10" fmla="*/ 1604407 w 2187828"/>
              <a:gd name="connsiteY10" fmla="*/ 190734 h 274881"/>
              <a:gd name="connsiteX11" fmla="*/ 1279038 w 2187828"/>
              <a:gd name="connsiteY11" fmla="*/ 129026 h 274881"/>
              <a:gd name="connsiteX12" fmla="*/ 1037815 w 2187828"/>
              <a:gd name="connsiteY12" fmla="*/ 84147 h 274881"/>
              <a:gd name="connsiteX13" fmla="*/ 706836 w 2187828"/>
              <a:gd name="connsiteY13" fmla="*/ 117806 h 274881"/>
              <a:gd name="connsiteX14" fmla="*/ 347808 w 2187828"/>
              <a:gd name="connsiteY14" fmla="*/ 123416 h 27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87828" h="274881">
                <a:moveTo>
                  <a:pt x="347808" y="123416"/>
                </a:moveTo>
                <a:lnTo>
                  <a:pt x="140245" y="145855"/>
                </a:lnTo>
                <a:lnTo>
                  <a:pt x="0" y="72928"/>
                </a:lnTo>
                <a:lnTo>
                  <a:pt x="437565" y="0"/>
                </a:lnTo>
                <a:lnTo>
                  <a:pt x="1077084" y="11220"/>
                </a:lnTo>
                <a:lnTo>
                  <a:pt x="1514650" y="50489"/>
                </a:lnTo>
                <a:lnTo>
                  <a:pt x="1884898" y="106587"/>
                </a:lnTo>
                <a:lnTo>
                  <a:pt x="2114900" y="162685"/>
                </a:lnTo>
                <a:lnTo>
                  <a:pt x="2187828" y="274881"/>
                </a:lnTo>
                <a:lnTo>
                  <a:pt x="1929776" y="246832"/>
                </a:lnTo>
                <a:lnTo>
                  <a:pt x="1604407" y="190734"/>
                </a:lnTo>
                <a:lnTo>
                  <a:pt x="1279038" y="129026"/>
                </a:lnTo>
                <a:lnTo>
                  <a:pt x="1037815" y="84147"/>
                </a:lnTo>
                <a:lnTo>
                  <a:pt x="706836" y="117806"/>
                </a:lnTo>
                <a:lnTo>
                  <a:pt x="347808" y="123416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E75D293-679C-4684-B8D4-FB0278F1AE9F}"/>
              </a:ext>
            </a:extLst>
          </p:cNvPr>
          <p:cNvSpPr/>
          <p:nvPr/>
        </p:nvSpPr>
        <p:spPr>
          <a:xfrm>
            <a:off x="10731578" y="5043225"/>
            <a:ext cx="387077" cy="78537"/>
          </a:xfrm>
          <a:custGeom>
            <a:avLst/>
            <a:gdLst>
              <a:gd name="connsiteX0" fmla="*/ 387077 w 387077"/>
              <a:gd name="connsiteY0" fmla="*/ 78537 h 78537"/>
              <a:gd name="connsiteX1" fmla="*/ 308540 w 387077"/>
              <a:gd name="connsiteY1" fmla="*/ 0 h 78537"/>
              <a:gd name="connsiteX2" fmla="*/ 123416 w 387077"/>
              <a:gd name="connsiteY2" fmla="*/ 28049 h 78537"/>
              <a:gd name="connsiteX3" fmla="*/ 0 w 387077"/>
              <a:gd name="connsiteY3" fmla="*/ 61708 h 78537"/>
              <a:gd name="connsiteX4" fmla="*/ 241222 w 387077"/>
              <a:gd name="connsiteY4" fmla="*/ 67317 h 78537"/>
              <a:gd name="connsiteX5" fmla="*/ 387077 w 387077"/>
              <a:gd name="connsiteY5" fmla="*/ 78537 h 7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077" h="78537">
                <a:moveTo>
                  <a:pt x="387077" y="78537"/>
                </a:moveTo>
                <a:lnTo>
                  <a:pt x="308540" y="0"/>
                </a:lnTo>
                <a:lnTo>
                  <a:pt x="123416" y="28049"/>
                </a:lnTo>
                <a:lnTo>
                  <a:pt x="0" y="61708"/>
                </a:lnTo>
                <a:lnTo>
                  <a:pt x="241222" y="67317"/>
                </a:lnTo>
                <a:lnTo>
                  <a:pt x="387077" y="78537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C101FF0-85E6-4B30-8CCE-ED04B7AA38D1}"/>
              </a:ext>
            </a:extLst>
          </p:cNvPr>
          <p:cNvSpPr/>
          <p:nvPr/>
        </p:nvSpPr>
        <p:spPr>
          <a:xfrm>
            <a:off x="6562846" y="4726329"/>
            <a:ext cx="1469984" cy="408972"/>
          </a:xfrm>
          <a:custGeom>
            <a:avLst/>
            <a:gdLst>
              <a:gd name="connsiteX0" fmla="*/ 0 w 1469984"/>
              <a:gd name="connsiteY0" fmla="*/ 15433 h 408972"/>
              <a:gd name="connsiteX1" fmla="*/ 216060 w 1469984"/>
              <a:gd name="connsiteY1" fmla="*/ 0 h 408972"/>
              <a:gd name="connsiteX2" fmla="*/ 532435 w 1469984"/>
              <a:gd name="connsiteY2" fmla="*/ 84881 h 408972"/>
              <a:gd name="connsiteX3" fmla="*/ 833377 w 1469984"/>
              <a:gd name="connsiteY3" fmla="*/ 165904 h 408972"/>
              <a:gd name="connsiteX4" fmla="*/ 956840 w 1469984"/>
              <a:gd name="connsiteY4" fmla="*/ 216061 h 408972"/>
              <a:gd name="connsiteX5" fmla="*/ 1138177 w 1469984"/>
              <a:gd name="connsiteY5" fmla="*/ 250785 h 408972"/>
              <a:gd name="connsiteX6" fmla="*/ 1334946 w 1469984"/>
              <a:gd name="connsiteY6" fmla="*/ 273934 h 408972"/>
              <a:gd name="connsiteX7" fmla="*/ 1469984 w 1469984"/>
              <a:gd name="connsiteY7" fmla="*/ 339524 h 408972"/>
              <a:gd name="connsiteX8" fmla="*/ 1365812 w 1469984"/>
              <a:gd name="connsiteY8" fmla="*/ 408972 h 408972"/>
              <a:gd name="connsiteX9" fmla="*/ 1315655 w 1469984"/>
              <a:gd name="connsiteY9" fmla="*/ 408972 h 408972"/>
              <a:gd name="connsiteX10" fmla="*/ 1045579 w 1469984"/>
              <a:gd name="connsiteY10" fmla="*/ 347241 h 408972"/>
              <a:gd name="connsiteX11" fmla="*/ 1010855 w 1469984"/>
              <a:gd name="connsiteY11" fmla="*/ 335666 h 408972"/>
              <a:gd name="connsiteX12" fmla="*/ 995422 w 1469984"/>
              <a:gd name="connsiteY12" fmla="*/ 331808 h 408972"/>
              <a:gd name="connsiteX13" fmla="*/ 802511 w 1469984"/>
              <a:gd name="connsiteY13" fmla="*/ 258501 h 408972"/>
              <a:gd name="connsiteX14" fmla="*/ 760070 w 1469984"/>
              <a:gd name="connsiteY14" fmla="*/ 250785 h 408972"/>
              <a:gd name="connsiteX15" fmla="*/ 563301 w 1469984"/>
              <a:gd name="connsiteY15" fmla="*/ 189053 h 408972"/>
              <a:gd name="connsiteX16" fmla="*/ 524719 w 1469984"/>
              <a:gd name="connsiteY16" fmla="*/ 185195 h 408972"/>
              <a:gd name="connsiteX17" fmla="*/ 324091 w 1469984"/>
              <a:gd name="connsiteY17" fmla="*/ 131180 h 408972"/>
              <a:gd name="connsiteX18" fmla="*/ 115746 w 1469984"/>
              <a:gd name="connsiteY18" fmla="*/ 100314 h 408972"/>
              <a:gd name="connsiteX19" fmla="*/ 0 w 1469984"/>
              <a:gd name="connsiteY19" fmla="*/ 15433 h 40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69984" h="408972">
                <a:moveTo>
                  <a:pt x="0" y="15433"/>
                </a:moveTo>
                <a:lnTo>
                  <a:pt x="216060" y="0"/>
                </a:lnTo>
                <a:lnTo>
                  <a:pt x="532435" y="84881"/>
                </a:lnTo>
                <a:lnTo>
                  <a:pt x="833377" y="165904"/>
                </a:lnTo>
                <a:lnTo>
                  <a:pt x="956840" y="216061"/>
                </a:lnTo>
                <a:lnTo>
                  <a:pt x="1138177" y="250785"/>
                </a:lnTo>
                <a:lnTo>
                  <a:pt x="1334946" y="273934"/>
                </a:lnTo>
                <a:lnTo>
                  <a:pt x="1469984" y="339524"/>
                </a:lnTo>
                <a:lnTo>
                  <a:pt x="1365812" y="408972"/>
                </a:lnTo>
                <a:lnTo>
                  <a:pt x="1315655" y="408972"/>
                </a:lnTo>
                <a:lnTo>
                  <a:pt x="1045579" y="347241"/>
                </a:lnTo>
                <a:cubicBezTo>
                  <a:pt x="1034004" y="343383"/>
                  <a:pt x="1022516" y="339254"/>
                  <a:pt x="1010855" y="335666"/>
                </a:cubicBezTo>
                <a:cubicBezTo>
                  <a:pt x="1005787" y="334107"/>
                  <a:pt x="995422" y="331808"/>
                  <a:pt x="995422" y="331808"/>
                </a:cubicBezTo>
                <a:lnTo>
                  <a:pt x="802511" y="258501"/>
                </a:lnTo>
                <a:cubicBezTo>
                  <a:pt x="762119" y="254462"/>
                  <a:pt x="773069" y="263781"/>
                  <a:pt x="760070" y="250785"/>
                </a:cubicBezTo>
                <a:lnTo>
                  <a:pt x="563301" y="189053"/>
                </a:lnTo>
                <a:lnTo>
                  <a:pt x="524719" y="185195"/>
                </a:lnTo>
                <a:lnTo>
                  <a:pt x="324091" y="131180"/>
                </a:lnTo>
                <a:lnTo>
                  <a:pt x="115746" y="100314"/>
                </a:lnTo>
                <a:lnTo>
                  <a:pt x="0" y="15433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F19A9C2-BAD8-44E6-BF4B-228EB3D512C9}"/>
              </a:ext>
            </a:extLst>
          </p:cNvPr>
          <p:cNvSpPr/>
          <p:nvPr/>
        </p:nvSpPr>
        <p:spPr>
          <a:xfrm>
            <a:off x="6589853" y="4606724"/>
            <a:ext cx="2056436" cy="447554"/>
          </a:xfrm>
          <a:custGeom>
            <a:avLst/>
            <a:gdLst>
              <a:gd name="connsiteX0" fmla="*/ 0 w 2056436"/>
              <a:gd name="connsiteY0" fmla="*/ 7717 h 447554"/>
              <a:gd name="connsiteX1" fmla="*/ 0 w 2056436"/>
              <a:gd name="connsiteY1" fmla="*/ 7717 h 447554"/>
              <a:gd name="connsiteX2" fmla="*/ 262360 w 2056436"/>
              <a:gd name="connsiteY2" fmla="*/ 0 h 447554"/>
              <a:gd name="connsiteX3" fmla="*/ 497712 w 2056436"/>
              <a:gd name="connsiteY3" fmla="*/ 81023 h 447554"/>
              <a:gd name="connsiteX4" fmla="*/ 682906 w 2056436"/>
              <a:gd name="connsiteY4" fmla="*/ 108030 h 447554"/>
              <a:gd name="connsiteX5" fmla="*/ 910542 w 2056436"/>
              <a:gd name="connsiteY5" fmla="*/ 189053 h 447554"/>
              <a:gd name="connsiteX6" fmla="*/ 1111170 w 2056436"/>
              <a:gd name="connsiteY6" fmla="*/ 216061 h 447554"/>
              <a:gd name="connsiteX7" fmla="*/ 1323372 w 2056436"/>
              <a:gd name="connsiteY7" fmla="*/ 277792 h 447554"/>
              <a:gd name="connsiteX8" fmla="*/ 1558724 w 2056436"/>
              <a:gd name="connsiteY8" fmla="*/ 300942 h 447554"/>
              <a:gd name="connsiteX9" fmla="*/ 1801793 w 2056436"/>
              <a:gd name="connsiteY9" fmla="*/ 351099 h 447554"/>
              <a:gd name="connsiteX10" fmla="*/ 1832658 w 2056436"/>
              <a:gd name="connsiteY10" fmla="*/ 362673 h 447554"/>
              <a:gd name="connsiteX11" fmla="*/ 2056436 w 2056436"/>
              <a:gd name="connsiteY11" fmla="*/ 370390 h 447554"/>
              <a:gd name="connsiteX12" fmla="*/ 1998562 w 2056436"/>
              <a:gd name="connsiteY12" fmla="*/ 439838 h 447554"/>
              <a:gd name="connsiteX13" fmla="*/ 1952263 w 2056436"/>
              <a:gd name="connsiteY13" fmla="*/ 447554 h 447554"/>
              <a:gd name="connsiteX14" fmla="*/ 1705337 w 2056436"/>
              <a:gd name="connsiteY14" fmla="*/ 405114 h 447554"/>
              <a:gd name="connsiteX15" fmla="*/ 1628172 w 2056436"/>
              <a:gd name="connsiteY15" fmla="*/ 401256 h 447554"/>
              <a:gd name="connsiteX16" fmla="*/ 1597306 w 2056436"/>
              <a:gd name="connsiteY16" fmla="*/ 397398 h 447554"/>
              <a:gd name="connsiteX17" fmla="*/ 1408253 w 2056436"/>
              <a:gd name="connsiteY17" fmla="*/ 354957 h 447554"/>
              <a:gd name="connsiteX18" fmla="*/ 1361955 w 2056436"/>
              <a:gd name="connsiteY18" fmla="*/ 339524 h 447554"/>
              <a:gd name="connsiteX19" fmla="*/ 1338805 w 2056436"/>
              <a:gd name="connsiteY19" fmla="*/ 331808 h 447554"/>
              <a:gd name="connsiteX20" fmla="*/ 1099595 w 2056436"/>
              <a:gd name="connsiteY20" fmla="*/ 277792 h 447554"/>
              <a:gd name="connsiteX21" fmla="*/ 1045580 w 2056436"/>
              <a:gd name="connsiteY21" fmla="*/ 273934 h 447554"/>
              <a:gd name="connsiteX22" fmla="*/ 1026289 w 2056436"/>
              <a:gd name="connsiteY22" fmla="*/ 270076 h 447554"/>
              <a:gd name="connsiteX23" fmla="*/ 922117 w 2056436"/>
              <a:gd name="connsiteY23" fmla="*/ 250785 h 447554"/>
              <a:gd name="connsiteX24" fmla="*/ 883534 w 2056436"/>
              <a:gd name="connsiteY24" fmla="*/ 246927 h 447554"/>
              <a:gd name="connsiteX25" fmla="*/ 860385 w 2056436"/>
              <a:gd name="connsiteY25" fmla="*/ 239210 h 447554"/>
              <a:gd name="connsiteX26" fmla="*/ 636608 w 2056436"/>
              <a:gd name="connsiteY26" fmla="*/ 123463 h 447554"/>
              <a:gd name="connsiteX27" fmla="*/ 466846 w 2056436"/>
              <a:gd name="connsiteY27" fmla="*/ 81023 h 447554"/>
              <a:gd name="connsiteX28" fmla="*/ 312517 w 2056436"/>
              <a:gd name="connsiteY28" fmla="*/ 50157 h 447554"/>
              <a:gd name="connsiteX29" fmla="*/ 270076 w 2056436"/>
              <a:gd name="connsiteY29" fmla="*/ 46299 h 447554"/>
              <a:gd name="connsiteX30" fmla="*/ 0 w 2056436"/>
              <a:gd name="connsiteY30" fmla="*/ 7717 h 44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056436" h="447554">
                <a:moveTo>
                  <a:pt x="0" y="7717"/>
                </a:moveTo>
                <a:lnTo>
                  <a:pt x="0" y="7717"/>
                </a:lnTo>
                <a:lnTo>
                  <a:pt x="262360" y="0"/>
                </a:lnTo>
                <a:lnTo>
                  <a:pt x="497712" y="81023"/>
                </a:lnTo>
                <a:lnTo>
                  <a:pt x="682906" y="108030"/>
                </a:lnTo>
                <a:lnTo>
                  <a:pt x="910542" y="189053"/>
                </a:lnTo>
                <a:lnTo>
                  <a:pt x="1111170" y="216061"/>
                </a:lnTo>
                <a:lnTo>
                  <a:pt x="1323372" y="277792"/>
                </a:lnTo>
                <a:lnTo>
                  <a:pt x="1558724" y="300942"/>
                </a:lnTo>
                <a:lnTo>
                  <a:pt x="1801793" y="351099"/>
                </a:lnTo>
                <a:lnTo>
                  <a:pt x="1832658" y="362673"/>
                </a:lnTo>
                <a:lnTo>
                  <a:pt x="2056436" y="370390"/>
                </a:lnTo>
                <a:lnTo>
                  <a:pt x="1998562" y="439838"/>
                </a:lnTo>
                <a:lnTo>
                  <a:pt x="1952263" y="447554"/>
                </a:lnTo>
                <a:lnTo>
                  <a:pt x="1705337" y="405114"/>
                </a:lnTo>
                <a:cubicBezTo>
                  <a:pt x="1679615" y="403828"/>
                  <a:pt x="1653844" y="403310"/>
                  <a:pt x="1628172" y="401256"/>
                </a:cubicBezTo>
                <a:cubicBezTo>
                  <a:pt x="1570485" y="396641"/>
                  <a:pt x="1635803" y="397398"/>
                  <a:pt x="1597306" y="397398"/>
                </a:cubicBezTo>
                <a:lnTo>
                  <a:pt x="1408253" y="354957"/>
                </a:lnTo>
                <a:cubicBezTo>
                  <a:pt x="1336403" y="328012"/>
                  <a:pt x="1405431" y="352566"/>
                  <a:pt x="1361955" y="339524"/>
                </a:cubicBezTo>
                <a:cubicBezTo>
                  <a:pt x="1354164" y="337187"/>
                  <a:pt x="1338805" y="331808"/>
                  <a:pt x="1338805" y="331808"/>
                </a:cubicBezTo>
                <a:lnTo>
                  <a:pt x="1099595" y="277792"/>
                </a:lnTo>
                <a:cubicBezTo>
                  <a:pt x="1081590" y="276506"/>
                  <a:pt x="1063532" y="275824"/>
                  <a:pt x="1045580" y="273934"/>
                </a:cubicBezTo>
                <a:cubicBezTo>
                  <a:pt x="1039058" y="273248"/>
                  <a:pt x="1026289" y="270076"/>
                  <a:pt x="1026289" y="270076"/>
                </a:cubicBezTo>
                <a:lnTo>
                  <a:pt x="922117" y="250785"/>
                </a:lnTo>
                <a:cubicBezTo>
                  <a:pt x="909256" y="249499"/>
                  <a:pt x="896238" y="249309"/>
                  <a:pt x="883534" y="246927"/>
                </a:cubicBezTo>
                <a:cubicBezTo>
                  <a:pt x="875540" y="245428"/>
                  <a:pt x="860385" y="239210"/>
                  <a:pt x="860385" y="239210"/>
                </a:cubicBezTo>
                <a:lnTo>
                  <a:pt x="636608" y="123463"/>
                </a:lnTo>
                <a:lnTo>
                  <a:pt x="466846" y="81023"/>
                </a:lnTo>
                <a:lnTo>
                  <a:pt x="312517" y="50157"/>
                </a:lnTo>
                <a:lnTo>
                  <a:pt x="270076" y="46299"/>
                </a:lnTo>
                <a:lnTo>
                  <a:pt x="0" y="7717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68A13E-3988-4254-85EB-AAA3C28A1779}"/>
              </a:ext>
            </a:extLst>
          </p:cNvPr>
          <p:cNvSpPr txBox="1"/>
          <p:nvPr/>
        </p:nvSpPr>
        <p:spPr>
          <a:xfrm>
            <a:off x="7881354" y="3572636"/>
            <a:ext cx="3038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2. Now algorithm should learn to capture the shape of these signals in dAmp-quad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0732AF-7633-4CA1-97BA-4C680E9319BE}"/>
              </a:ext>
            </a:extLst>
          </p:cNvPr>
          <p:cNvSpPr txBox="1"/>
          <p:nvPr/>
        </p:nvSpPr>
        <p:spPr>
          <a:xfrm>
            <a:off x="1344371" y="5351193"/>
            <a:ext cx="16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3333FF"/>
                </a:solidFill>
              </a:rPr>
              <a:t>1. Blue signal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AF9F8A-7E01-4F03-B8A9-6A713F231C60}"/>
              </a:ext>
            </a:extLst>
          </p:cNvPr>
          <p:cNvSpPr txBox="1"/>
          <p:nvPr/>
        </p:nvSpPr>
        <p:spPr>
          <a:xfrm>
            <a:off x="3891768" y="5347294"/>
            <a:ext cx="135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2. Red signal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23581C-5169-4359-8F2A-BE041238D080}"/>
              </a:ext>
            </a:extLst>
          </p:cNvPr>
          <p:cNvSpPr txBox="1"/>
          <p:nvPr/>
        </p:nvSpPr>
        <p:spPr>
          <a:xfrm>
            <a:off x="6837257" y="5259075"/>
            <a:ext cx="2056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3333FF"/>
                </a:solidFill>
              </a:rPr>
              <a:t>2. Only capture the blue this regions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CF288-36C0-46C8-80FC-21EAE04638A6}"/>
              </a:ext>
            </a:extLst>
          </p:cNvPr>
          <p:cNvSpPr txBox="1"/>
          <p:nvPr/>
        </p:nvSpPr>
        <p:spPr>
          <a:xfrm>
            <a:off x="10172534" y="5451860"/>
            <a:ext cx="1843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2. Only capture the red for this region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024D25D-6351-4603-BE68-2E2C831EF253}"/>
              </a:ext>
            </a:extLst>
          </p:cNvPr>
          <p:cNvSpPr/>
          <p:nvPr/>
        </p:nvSpPr>
        <p:spPr>
          <a:xfrm>
            <a:off x="1964987" y="5807413"/>
            <a:ext cx="5272392" cy="865761"/>
          </a:xfrm>
          <a:custGeom>
            <a:avLst/>
            <a:gdLst>
              <a:gd name="connsiteX0" fmla="*/ 0 w 5272392"/>
              <a:gd name="connsiteY0" fmla="*/ 0 h 865761"/>
              <a:gd name="connsiteX1" fmla="*/ 3803515 w 5272392"/>
              <a:gd name="connsiteY1" fmla="*/ 865761 h 865761"/>
              <a:gd name="connsiteX2" fmla="*/ 5272392 w 5272392"/>
              <a:gd name="connsiteY2" fmla="*/ 165370 h 86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72392" h="865761">
                <a:moveTo>
                  <a:pt x="0" y="0"/>
                </a:moveTo>
                <a:lnTo>
                  <a:pt x="3803515" y="865761"/>
                </a:lnTo>
                <a:lnTo>
                  <a:pt x="5272392" y="165370"/>
                </a:lnTo>
              </a:path>
            </a:pathLst>
          </a:custGeom>
          <a:noFill/>
          <a:ln w="190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F745E05-B1D6-4FF8-8A6C-F8D59028BBBA}"/>
              </a:ext>
            </a:extLst>
          </p:cNvPr>
          <p:cNvSpPr/>
          <p:nvPr/>
        </p:nvSpPr>
        <p:spPr>
          <a:xfrm>
            <a:off x="4640081" y="5788264"/>
            <a:ext cx="5454655" cy="865761"/>
          </a:xfrm>
          <a:custGeom>
            <a:avLst/>
            <a:gdLst>
              <a:gd name="connsiteX0" fmla="*/ 0 w 5272392"/>
              <a:gd name="connsiteY0" fmla="*/ 0 h 865761"/>
              <a:gd name="connsiteX1" fmla="*/ 3803515 w 5272392"/>
              <a:gd name="connsiteY1" fmla="*/ 865761 h 865761"/>
              <a:gd name="connsiteX2" fmla="*/ 5272392 w 5272392"/>
              <a:gd name="connsiteY2" fmla="*/ 165370 h 86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72392" h="865761">
                <a:moveTo>
                  <a:pt x="0" y="0"/>
                </a:moveTo>
                <a:lnTo>
                  <a:pt x="3803515" y="865761"/>
                </a:lnTo>
                <a:lnTo>
                  <a:pt x="5272392" y="165370"/>
                </a:lnTo>
              </a:path>
            </a:pathLst>
          </a:custGeom>
          <a:noFill/>
          <a:ln w="1905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66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C0D1B7-FA2A-4C9C-B808-63C5D136ACC0}"/>
              </a:ext>
            </a:extLst>
          </p:cNvPr>
          <p:cNvSpPr txBox="1"/>
          <p:nvPr/>
        </p:nvSpPr>
        <p:spPr>
          <a:xfrm>
            <a:off x="302000" y="302518"/>
            <a:ext cx="574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</a:rPr>
              <a:t>Example: Model077_Inline 1350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25D85-C14A-4C3C-BA0A-582FC6C2399F}"/>
              </a:ext>
            </a:extLst>
          </p:cNvPr>
          <p:cNvSpPr txBox="1"/>
          <p:nvPr/>
        </p:nvSpPr>
        <p:spPr>
          <a:xfrm>
            <a:off x="565335" y="1046282"/>
            <a:ext cx="10972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Four volume datasets (in SEG-Y format) have been added to the </a:t>
            </a:r>
            <a:r>
              <a:rPr lang="en-US" sz="3200" b="1" dirty="0"/>
              <a:t>Transfer</a:t>
            </a:r>
            <a:r>
              <a:rPr lang="en-US" sz="3200" dirty="0"/>
              <a:t> folder: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T:\ML_Michael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There are two folders—each corresponding to a different model—and each folder contains the </a:t>
            </a:r>
            <a:r>
              <a:rPr lang="en-US" sz="3200" b="1" dirty="0"/>
              <a:t>Delta-IP</a:t>
            </a:r>
            <a:r>
              <a:rPr lang="en-US" sz="3200" dirty="0"/>
              <a:t> and </a:t>
            </a:r>
            <a:r>
              <a:rPr lang="en-US" sz="3200" b="1" dirty="0"/>
              <a:t>Delta-Amp (quad)</a:t>
            </a:r>
            <a:r>
              <a:rPr lang="en-US" sz="3200" dirty="0"/>
              <a:t> volumes.</a:t>
            </a:r>
          </a:p>
          <a:p>
            <a:endParaRPr lang="en-US" sz="3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Please remember that you can copy the data until </a:t>
            </a:r>
            <a:r>
              <a:rPr lang="en-US" sz="3200" b="1" dirty="0"/>
              <a:t>today, July 11</a:t>
            </a:r>
            <a:r>
              <a:rPr lang="en-US" sz="3200" dirty="0"/>
              <a:t>.</a:t>
            </a:r>
            <a:endParaRPr lang="pt-BR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9C44F-29BC-4D07-8067-B3F3740B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955" y="2182149"/>
            <a:ext cx="5322834" cy="107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75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196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Masoud Maleki</dc:creator>
  <cp:lastModifiedBy>Masoud Maleki</cp:lastModifiedBy>
  <cp:revision>11</cp:revision>
  <dcterms:created xsi:type="dcterms:W3CDTF">2025-04-28T18:41:08Z</dcterms:created>
  <dcterms:modified xsi:type="dcterms:W3CDTF">2025-07-11T19:39:11Z</dcterms:modified>
</cp:coreProperties>
</file>